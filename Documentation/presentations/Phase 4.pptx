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sldIdLst>
    <p:sldId id="256" r:id="rId2"/>
    <p:sldId id="257" r:id="rId3"/>
    <p:sldId id="261" r:id="rId4"/>
    <p:sldId id="258" r:id="rId5"/>
    <p:sldId id="262" r:id="rId6"/>
    <p:sldId id="263" r:id="rId7"/>
    <p:sldId id="264" r:id="rId8"/>
    <p:sldId id="265" r:id="rId9"/>
    <p:sldId id="274" r:id="rId10"/>
    <p:sldId id="269" r:id="rId11"/>
    <p:sldId id="270" r:id="rId12"/>
    <p:sldId id="273" r:id="rId13"/>
    <p:sldId id="275" r:id="rId14"/>
    <p:sldId id="266" r:id="rId15"/>
    <p:sldId id="259" r:id="rId16"/>
    <p:sldId id="267" r:id="rId17"/>
    <p:sldId id="268"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63D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7E5048-BC7E-483E-BF4E-F1304DE29213}" v="1504" dt="2024-11-02T02:49:57.1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736A0-9F24-45BF-B389-F6478DB45CE3}"/>
              </a:ext>
            </a:extLst>
          </p:cNvPr>
          <p:cNvSpPr>
            <a:spLocks noGrp="1"/>
          </p:cNvSpPr>
          <p:nvPr>
            <p:ph type="ctrTitle"/>
          </p:nvPr>
        </p:nvSpPr>
        <p:spPr>
          <a:xfrm>
            <a:off x="1524000" y="1028700"/>
            <a:ext cx="9144000" cy="2481263"/>
          </a:xfrm>
        </p:spPr>
        <p:txBody>
          <a:bodyPr anchor="b">
            <a:normAutofit/>
          </a:bodyPr>
          <a:lstStyle>
            <a:lvl1pPr algn="ctr">
              <a:lnSpc>
                <a:spcPct val="100000"/>
              </a:lnSpc>
              <a:defRPr sz="4000" spc="75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13D85EF-076F-4C35-862A-BAFF685DD6B5}"/>
              </a:ext>
            </a:extLst>
          </p:cNvPr>
          <p:cNvSpPr>
            <a:spLocks noGrp="1"/>
          </p:cNvSpPr>
          <p:nvPr>
            <p:ph type="subTitle" idx="1"/>
          </p:nvPr>
        </p:nvSpPr>
        <p:spPr>
          <a:xfrm>
            <a:off x="1524000" y="3824376"/>
            <a:ext cx="9144000" cy="1433423"/>
          </a:xfrm>
        </p:spPr>
        <p:txBody>
          <a:bodyPr>
            <a:normAutofit/>
          </a:bodyPr>
          <a:lstStyle>
            <a:lvl1pPr marL="0" indent="0" algn="ctr">
              <a:lnSpc>
                <a:spcPct val="150000"/>
              </a:lnSpc>
              <a:buNone/>
              <a:defRPr sz="1600" b="1" cap="all" spc="600" baseline="0"/>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AE221EC-BF54-4DDD-8900-F2027CDAD35C}"/>
              </a:ext>
            </a:extLst>
          </p:cNvPr>
          <p:cNvSpPr>
            <a:spLocks noGrp="1"/>
          </p:cNvSpPr>
          <p:nvPr>
            <p:ph type="dt" sz="half" idx="10"/>
          </p:nvPr>
        </p:nvSpPr>
        <p:spPr/>
        <p:txBody>
          <a:bodyPr/>
          <a:lstStyle/>
          <a:p>
            <a:fld id="{888411FB-1606-4EC5-9BCA-2DC04C2243EA}" type="datetimeFigureOut">
              <a:rPr lang="en-US" dirty="0"/>
              <a:t>11/2/2024</a:t>
            </a:fld>
            <a:endParaRPr lang="en-US"/>
          </a:p>
        </p:txBody>
      </p:sp>
      <p:sp>
        <p:nvSpPr>
          <p:cNvPr id="5" name="Footer Placeholder 4">
            <a:extLst>
              <a:ext uri="{FF2B5EF4-FFF2-40B4-BE49-F238E27FC236}">
                <a16:creationId xmlns:a16="http://schemas.microsoft.com/office/drawing/2014/main" id="{7CD5AB69-7069-48FB-8925-F2BA84129A5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3B29C32A-F7A5-4E3B-A28F-09C82341EB22}"/>
              </a:ext>
            </a:extLst>
          </p:cNvPr>
          <p:cNvSpPr>
            <a:spLocks noGrp="1"/>
          </p:cNvSpPr>
          <p:nvPr>
            <p:ph type="sldNum" sz="quarter" idx="12"/>
          </p:nvPr>
        </p:nvSpPr>
        <p:spPr/>
        <p:txBody>
          <a:bodyPr/>
          <a:lstStyle/>
          <a:p>
            <a:fld id="{017DE1FC-E54A-4B87-A814-263D1E8654B2}" type="slidenum">
              <a:rPr lang="en-US" dirty="0"/>
              <a:t>‹Nr.›</a:t>
            </a:fld>
            <a:endParaRPr lang="en-US"/>
          </a:p>
        </p:txBody>
      </p:sp>
    </p:spTree>
    <p:extLst>
      <p:ext uri="{BB962C8B-B14F-4D97-AF65-F5344CB8AC3E}">
        <p14:creationId xmlns:p14="http://schemas.microsoft.com/office/powerpoint/2010/main" val="3610372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E99D7-1EE5-4262-9359-A0E2B733116C}"/>
              </a:ext>
            </a:extLst>
          </p:cNvPr>
          <p:cNvSpPr>
            <a:spLocks noGrp="1"/>
          </p:cNvSpPr>
          <p:nvPr>
            <p:ph type="title"/>
          </p:nvPr>
        </p:nvSpPr>
        <p:spPr>
          <a:xfrm>
            <a:off x="1371600" y="793080"/>
            <a:ext cx="10240903" cy="123348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2B3DA1C5-272A-45C2-A11A-E7769A27D32F}"/>
              </a:ext>
            </a:extLst>
          </p:cNvPr>
          <p:cNvSpPr>
            <a:spLocks noGrp="1"/>
          </p:cNvSpPr>
          <p:nvPr>
            <p:ph idx="1"/>
          </p:nvPr>
        </p:nvSpPr>
        <p:spPr>
          <a:xfrm>
            <a:off x="1371600" y="2114939"/>
            <a:ext cx="10240903" cy="395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63DA15-1EAB-4524-9BB7-8A7DA82A20AD}"/>
              </a:ext>
            </a:extLst>
          </p:cNvPr>
          <p:cNvSpPr>
            <a:spLocks noGrp="1"/>
          </p:cNvSpPr>
          <p:nvPr>
            <p:ph type="dt" sz="half" idx="10"/>
          </p:nvPr>
        </p:nvSpPr>
        <p:spPr/>
        <p:txBody>
          <a:bodyPr/>
          <a:lstStyle/>
          <a:p>
            <a:fld id="{D3BCAA53-8FBA-45E2-8B10-F7DD55E4E759}" type="datetimeFigureOut">
              <a:rPr lang="en-US" dirty="0"/>
              <a:t>11/2/2024</a:t>
            </a:fld>
            <a:endParaRPr lang="en-US"/>
          </a:p>
        </p:txBody>
      </p:sp>
      <p:sp>
        <p:nvSpPr>
          <p:cNvPr id="5" name="Footer Placeholder 4">
            <a:extLst>
              <a:ext uri="{FF2B5EF4-FFF2-40B4-BE49-F238E27FC236}">
                <a16:creationId xmlns:a16="http://schemas.microsoft.com/office/drawing/2014/main" id="{A1EB93B9-7818-489D-AFFB-B6EAD27FF15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C4528D36-894E-4FCB-B8BB-84DE89949B23}"/>
              </a:ext>
            </a:extLst>
          </p:cNvPr>
          <p:cNvSpPr>
            <a:spLocks noGrp="1"/>
          </p:cNvSpPr>
          <p:nvPr>
            <p:ph type="sldNum" sz="quarter" idx="12"/>
          </p:nvPr>
        </p:nvSpPr>
        <p:spPr/>
        <p:txBody>
          <a:bodyPr/>
          <a:lstStyle/>
          <a:p>
            <a:fld id="{017DE1FC-E54A-4B87-A814-263D1E8654B2}" type="slidenum">
              <a:rPr lang="en-US" dirty="0"/>
              <a:t>‹Nr.›</a:t>
            </a:fld>
            <a:endParaRPr lang="en-US"/>
          </a:p>
        </p:txBody>
      </p:sp>
    </p:spTree>
    <p:extLst>
      <p:ext uri="{BB962C8B-B14F-4D97-AF65-F5344CB8AC3E}">
        <p14:creationId xmlns:p14="http://schemas.microsoft.com/office/powerpoint/2010/main" val="2766120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964F1-5687-421F-B3DF-BA3C8DADC0E6}"/>
              </a:ext>
            </a:extLst>
          </p:cNvPr>
          <p:cNvSpPr>
            <a:spLocks noGrp="1"/>
          </p:cNvSpPr>
          <p:nvPr>
            <p:ph type="title"/>
          </p:nvPr>
        </p:nvSpPr>
        <p:spPr>
          <a:xfrm>
            <a:off x="1380930" y="1709738"/>
            <a:ext cx="9966519" cy="2852737"/>
          </a:xfrm>
        </p:spPr>
        <p:txBody>
          <a:bodyPr anchor="b">
            <a:normAutofit/>
          </a:bodyPr>
          <a:lstStyle>
            <a:lvl1pPr>
              <a:defRPr sz="4400" spc="750" baseline="0"/>
            </a:lvl1pPr>
          </a:lstStyle>
          <a:p>
            <a:r>
              <a:rPr lang="en-US"/>
              <a:t>Click to edit Master title style</a:t>
            </a:r>
          </a:p>
        </p:txBody>
      </p:sp>
      <p:sp>
        <p:nvSpPr>
          <p:cNvPr id="3" name="Text Placeholder 2">
            <a:extLst>
              <a:ext uri="{FF2B5EF4-FFF2-40B4-BE49-F238E27FC236}">
                <a16:creationId xmlns:a16="http://schemas.microsoft.com/office/drawing/2014/main" id="{1DDBB876-5FD9-4964-BD37-6F05DAEBE325}"/>
              </a:ext>
            </a:extLst>
          </p:cNvPr>
          <p:cNvSpPr>
            <a:spLocks noGrp="1"/>
          </p:cNvSpPr>
          <p:nvPr>
            <p:ph type="body" idx="1"/>
          </p:nvPr>
        </p:nvSpPr>
        <p:spPr>
          <a:xfrm>
            <a:off x="1380930" y="4976327"/>
            <a:ext cx="9966520" cy="1113323"/>
          </a:xfrm>
        </p:spPr>
        <p:txBody>
          <a:bodyPr>
            <a:normAutofit/>
          </a:bodyPr>
          <a:lstStyle>
            <a:lvl1pPr marL="0" indent="0">
              <a:buNone/>
              <a:defRPr sz="1200" spc="600">
                <a:solidFill>
                  <a:schemeClr val="tx1">
                    <a:tint val="75000"/>
                  </a:schemeClr>
                </a:solidFill>
              </a:defRPr>
            </a:lvl1pPr>
            <a:lvl2pPr marL="457200" indent="0">
              <a:buNone/>
              <a:defRPr sz="1200">
                <a:solidFill>
                  <a:schemeClr val="tx1">
                    <a:tint val="75000"/>
                  </a:schemeClr>
                </a:solidFill>
              </a:defRPr>
            </a:lvl2pPr>
            <a:lvl3pPr marL="914400" indent="0">
              <a:buNone/>
              <a:defRPr sz="1200">
                <a:solidFill>
                  <a:schemeClr val="tx1">
                    <a:tint val="75000"/>
                  </a:schemeClr>
                </a:solidFill>
              </a:defRPr>
            </a:lvl3pPr>
            <a:lvl4pPr marL="1371600" indent="0">
              <a:buNone/>
              <a:defRPr sz="1200">
                <a:solidFill>
                  <a:schemeClr val="tx1">
                    <a:tint val="75000"/>
                  </a:schemeClr>
                </a:solidFill>
              </a:defRPr>
            </a:lvl4pPr>
            <a:lvl5pPr marL="1828800" indent="0">
              <a:buNone/>
              <a:defRPr sz="1200">
                <a:solidFill>
                  <a:schemeClr val="tx1">
                    <a:tint val="75000"/>
                  </a:schemeClr>
                </a:solidFill>
              </a:defRPr>
            </a:lvl5pPr>
            <a:lvl6pPr marL="2286000" indent="0">
              <a:buNone/>
              <a:defRPr sz="1200">
                <a:solidFill>
                  <a:schemeClr val="tx1">
                    <a:tint val="75000"/>
                  </a:schemeClr>
                </a:solidFill>
              </a:defRPr>
            </a:lvl6pPr>
            <a:lvl7pPr marL="2743200" indent="0">
              <a:buNone/>
              <a:defRPr sz="1200">
                <a:solidFill>
                  <a:schemeClr val="tx1">
                    <a:tint val="75000"/>
                  </a:schemeClr>
                </a:solidFill>
              </a:defRPr>
            </a:lvl7pPr>
            <a:lvl8pPr marL="3200400" indent="0">
              <a:buNone/>
              <a:defRPr sz="1200">
                <a:solidFill>
                  <a:schemeClr val="tx1">
                    <a:tint val="75000"/>
                  </a:schemeClr>
                </a:solidFill>
              </a:defRPr>
            </a:lvl8pPr>
            <a:lvl9pPr marL="36576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5EA80A-FCDD-4009-9A1F-8B54817869DC}"/>
              </a:ext>
            </a:extLst>
          </p:cNvPr>
          <p:cNvSpPr>
            <a:spLocks noGrp="1"/>
          </p:cNvSpPr>
          <p:nvPr>
            <p:ph type="dt" sz="half" idx="10"/>
          </p:nvPr>
        </p:nvSpPr>
        <p:spPr/>
        <p:txBody>
          <a:bodyPr/>
          <a:lstStyle/>
          <a:p>
            <a:fld id="{2F8C84CF-6F0D-4195-920D-9D6F75893720}" type="datetimeFigureOut">
              <a:rPr lang="en-US" dirty="0"/>
              <a:t>11/2/2024</a:t>
            </a:fld>
            <a:endParaRPr lang="en-US"/>
          </a:p>
        </p:txBody>
      </p:sp>
      <p:sp>
        <p:nvSpPr>
          <p:cNvPr id="5" name="Footer Placeholder 4">
            <a:extLst>
              <a:ext uri="{FF2B5EF4-FFF2-40B4-BE49-F238E27FC236}">
                <a16:creationId xmlns:a16="http://schemas.microsoft.com/office/drawing/2014/main" id="{EA4A3422-56D9-4942-BC63-831AED91F16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5D4B42A-AC2C-4FD8-AD0D-BECDD3846D3A}"/>
              </a:ext>
            </a:extLst>
          </p:cNvPr>
          <p:cNvSpPr>
            <a:spLocks noGrp="1"/>
          </p:cNvSpPr>
          <p:nvPr>
            <p:ph type="sldNum" sz="quarter" idx="12"/>
          </p:nvPr>
        </p:nvSpPr>
        <p:spPr/>
        <p:txBody>
          <a:bodyPr/>
          <a:lstStyle/>
          <a:p>
            <a:fld id="{017DE1FC-E54A-4B87-A814-263D1E8654B2}" type="slidenum">
              <a:rPr lang="en-US" dirty="0"/>
              <a:t>‹Nr.›</a:t>
            </a:fld>
            <a:endParaRPr lang="en-US"/>
          </a:p>
        </p:txBody>
      </p:sp>
    </p:spTree>
    <p:extLst>
      <p:ext uri="{BB962C8B-B14F-4D97-AF65-F5344CB8AC3E}">
        <p14:creationId xmlns:p14="http://schemas.microsoft.com/office/powerpoint/2010/main" val="3602381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FDAF1-8359-4A0F-91B3-03E77C670543}"/>
              </a:ext>
            </a:extLst>
          </p:cNvPr>
          <p:cNvSpPr>
            <a:spLocks noGrp="1"/>
          </p:cNvSpPr>
          <p:nvPr>
            <p:ph type="title"/>
          </p:nvPr>
        </p:nvSpPr>
        <p:spPr>
          <a:xfrm>
            <a:off x="1044054" y="457200"/>
            <a:ext cx="10309745" cy="1233488"/>
          </a:xfrm>
        </p:spPr>
        <p:txBody>
          <a:bodyPr>
            <a:norm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921E3D3-6B33-4CA0-B06B-A8BB05CAB3C4}"/>
              </a:ext>
            </a:extLst>
          </p:cNvPr>
          <p:cNvSpPr>
            <a:spLocks noGrp="1"/>
          </p:cNvSpPr>
          <p:nvPr>
            <p:ph sz="half" idx="1"/>
          </p:nvPr>
        </p:nvSpPr>
        <p:spPr>
          <a:xfrm>
            <a:off x="1044054" y="1996141"/>
            <a:ext cx="4975746" cy="418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29C334-815D-47FD-A9B5-E871E28641C9}"/>
              </a:ext>
            </a:extLst>
          </p:cNvPr>
          <p:cNvSpPr>
            <a:spLocks noGrp="1"/>
          </p:cNvSpPr>
          <p:nvPr>
            <p:ph sz="half" idx="2"/>
          </p:nvPr>
        </p:nvSpPr>
        <p:spPr>
          <a:xfrm>
            <a:off x="6172200" y="1996141"/>
            <a:ext cx="5181600" cy="418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7975F2-7A90-4820-B90F-D28E31A35EB8}"/>
              </a:ext>
            </a:extLst>
          </p:cNvPr>
          <p:cNvSpPr>
            <a:spLocks noGrp="1"/>
          </p:cNvSpPr>
          <p:nvPr>
            <p:ph type="dt" sz="half" idx="10"/>
          </p:nvPr>
        </p:nvSpPr>
        <p:spPr/>
        <p:txBody>
          <a:bodyPr/>
          <a:lstStyle/>
          <a:p>
            <a:fld id="{121B3BBE-A1CF-4CC7-B02C-EBCBBE110242}" type="datetimeFigureOut">
              <a:rPr lang="en-US" dirty="0"/>
              <a:t>11/2/2024</a:t>
            </a:fld>
            <a:endParaRPr lang="en-US"/>
          </a:p>
        </p:txBody>
      </p:sp>
      <p:sp>
        <p:nvSpPr>
          <p:cNvPr id="6" name="Footer Placeholder 5">
            <a:extLst>
              <a:ext uri="{FF2B5EF4-FFF2-40B4-BE49-F238E27FC236}">
                <a16:creationId xmlns:a16="http://schemas.microsoft.com/office/drawing/2014/main" id="{823CFAD5-8AF8-4610-8324-85AA062E2712}"/>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16808CC8-C46E-4A10-8A83-7A251067EA68}"/>
              </a:ext>
            </a:extLst>
          </p:cNvPr>
          <p:cNvSpPr>
            <a:spLocks noGrp="1"/>
          </p:cNvSpPr>
          <p:nvPr>
            <p:ph type="sldNum" sz="quarter" idx="12"/>
          </p:nvPr>
        </p:nvSpPr>
        <p:spPr/>
        <p:txBody>
          <a:bodyPr/>
          <a:lstStyle/>
          <a:p>
            <a:fld id="{017DE1FC-E54A-4B87-A814-263D1E8654B2}" type="slidenum">
              <a:rPr lang="en-US" dirty="0"/>
              <a:t>‹Nr.›</a:t>
            </a:fld>
            <a:endParaRPr lang="en-US"/>
          </a:p>
        </p:txBody>
      </p:sp>
    </p:spTree>
    <p:extLst>
      <p:ext uri="{BB962C8B-B14F-4D97-AF65-F5344CB8AC3E}">
        <p14:creationId xmlns:p14="http://schemas.microsoft.com/office/powerpoint/2010/main" val="2494738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E82B8-F9D9-4F53-A4A6-F12EB5F12846}"/>
              </a:ext>
            </a:extLst>
          </p:cNvPr>
          <p:cNvSpPr>
            <a:spLocks noGrp="1"/>
          </p:cNvSpPr>
          <p:nvPr>
            <p:ph type="title"/>
          </p:nvPr>
        </p:nvSpPr>
        <p:spPr>
          <a:xfrm>
            <a:off x="1368490" y="457200"/>
            <a:ext cx="9986898" cy="1233488"/>
          </a:xfrm>
        </p:spPr>
        <p:txBody>
          <a:bodyPr>
            <a:normAutofit/>
          </a:bodyPr>
          <a:lstStyle>
            <a:lvl1pPr>
              <a:defRPr sz="2800"/>
            </a:lvl1pPr>
          </a:lstStyle>
          <a:p>
            <a:r>
              <a:rPr lang="en-US"/>
              <a:t>Click to edit Master title style</a:t>
            </a:r>
          </a:p>
        </p:txBody>
      </p:sp>
      <p:sp>
        <p:nvSpPr>
          <p:cNvPr id="3" name="Text Placeholder 2">
            <a:extLst>
              <a:ext uri="{FF2B5EF4-FFF2-40B4-BE49-F238E27FC236}">
                <a16:creationId xmlns:a16="http://schemas.microsoft.com/office/drawing/2014/main" id="{C1F070CA-85E9-47C7-8564-FFA1AE34B9E5}"/>
              </a:ext>
            </a:extLst>
          </p:cNvPr>
          <p:cNvSpPr>
            <a:spLocks noGrp="1"/>
          </p:cNvSpPr>
          <p:nvPr>
            <p:ph type="body" idx="1"/>
          </p:nvPr>
        </p:nvSpPr>
        <p:spPr>
          <a:xfrm>
            <a:off x="1368490" y="1681163"/>
            <a:ext cx="462908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38D4B1-41B3-4BF5-9076-A16984A81FF1}"/>
              </a:ext>
            </a:extLst>
          </p:cNvPr>
          <p:cNvSpPr>
            <a:spLocks noGrp="1"/>
          </p:cNvSpPr>
          <p:nvPr>
            <p:ph sz="half" idx="2"/>
          </p:nvPr>
        </p:nvSpPr>
        <p:spPr>
          <a:xfrm>
            <a:off x="1368490" y="2505075"/>
            <a:ext cx="462908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6A38DC-A016-4CFD-AC19-F24A9E062022}"/>
              </a:ext>
            </a:extLst>
          </p:cNvPr>
          <p:cNvSpPr>
            <a:spLocks noGrp="1"/>
          </p:cNvSpPr>
          <p:nvPr>
            <p:ph type="body" sz="quarter" idx="3"/>
          </p:nvPr>
        </p:nvSpPr>
        <p:spPr>
          <a:xfrm>
            <a:off x="6344816" y="1681163"/>
            <a:ext cx="501057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F930FA-8C00-42AB-B2D1-FE4E4BDB3C6E}"/>
              </a:ext>
            </a:extLst>
          </p:cNvPr>
          <p:cNvSpPr>
            <a:spLocks noGrp="1"/>
          </p:cNvSpPr>
          <p:nvPr>
            <p:ph sz="quarter" idx="4"/>
          </p:nvPr>
        </p:nvSpPr>
        <p:spPr>
          <a:xfrm>
            <a:off x="6344814" y="2505075"/>
            <a:ext cx="501057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8B698E-FAE5-4F2C-AE0E-4FD281E8F30E}"/>
              </a:ext>
            </a:extLst>
          </p:cNvPr>
          <p:cNvSpPr>
            <a:spLocks noGrp="1"/>
          </p:cNvSpPr>
          <p:nvPr>
            <p:ph type="dt" sz="half" idx="10"/>
          </p:nvPr>
        </p:nvSpPr>
        <p:spPr/>
        <p:txBody>
          <a:bodyPr/>
          <a:lstStyle/>
          <a:p>
            <a:fld id="{343D63E4-71A5-4C63-9515-748B28B89764}" type="datetimeFigureOut">
              <a:rPr lang="en-US" dirty="0"/>
              <a:t>11/2/2024</a:t>
            </a:fld>
            <a:endParaRPr lang="en-US"/>
          </a:p>
        </p:txBody>
      </p:sp>
      <p:sp>
        <p:nvSpPr>
          <p:cNvPr id="8" name="Footer Placeholder 7">
            <a:extLst>
              <a:ext uri="{FF2B5EF4-FFF2-40B4-BE49-F238E27FC236}">
                <a16:creationId xmlns:a16="http://schemas.microsoft.com/office/drawing/2014/main" id="{B5C4BB6C-CAA4-4EA8-8EA1-65ADE056F25D}"/>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75BB6A12-0532-47CA-B070-232141CC1064}"/>
              </a:ext>
            </a:extLst>
          </p:cNvPr>
          <p:cNvSpPr>
            <a:spLocks noGrp="1"/>
          </p:cNvSpPr>
          <p:nvPr>
            <p:ph type="sldNum" sz="quarter" idx="12"/>
          </p:nvPr>
        </p:nvSpPr>
        <p:spPr/>
        <p:txBody>
          <a:bodyPr/>
          <a:lstStyle/>
          <a:p>
            <a:fld id="{017DE1FC-E54A-4B87-A814-263D1E8654B2}" type="slidenum">
              <a:rPr lang="en-US" dirty="0"/>
              <a:t>‹Nr.›</a:t>
            </a:fld>
            <a:endParaRPr lang="en-US"/>
          </a:p>
        </p:txBody>
      </p:sp>
    </p:spTree>
    <p:extLst>
      <p:ext uri="{BB962C8B-B14F-4D97-AF65-F5344CB8AC3E}">
        <p14:creationId xmlns:p14="http://schemas.microsoft.com/office/powerpoint/2010/main" val="1331824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08FA1-831E-4AD6-B0D1-BA85E67A5032}"/>
              </a:ext>
            </a:extLst>
          </p:cNvPr>
          <p:cNvSpPr>
            <a:spLocks noGrp="1"/>
          </p:cNvSpPr>
          <p:nvPr>
            <p:ph type="title"/>
          </p:nvPr>
        </p:nvSpPr>
        <p:spPr>
          <a:xfrm>
            <a:off x="1371599" y="457200"/>
            <a:ext cx="9982199" cy="1233488"/>
          </a:xfrm>
        </p:spPr>
        <p:txBody>
          <a:bodyPr>
            <a:normAutofit/>
          </a:bodyPr>
          <a:lstStyle>
            <a:lvl1pPr>
              <a:defRPr sz="3200"/>
            </a:lvl1pPr>
          </a:lstStyle>
          <a:p>
            <a:r>
              <a:rPr lang="en-US"/>
              <a:t>Click to edit Master title style</a:t>
            </a:r>
          </a:p>
        </p:txBody>
      </p:sp>
      <p:sp>
        <p:nvSpPr>
          <p:cNvPr id="3" name="Date Placeholder 2">
            <a:extLst>
              <a:ext uri="{FF2B5EF4-FFF2-40B4-BE49-F238E27FC236}">
                <a16:creationId xmlns:a16="http://schemas.microsoft.com/office/drawing/2014/main" id="{ACE94142-C469-4B0E-8C01-C64BA28F52D2}"/>
              </a:ext>
            </a:extLst>
          </p:cNvPr>
          <p:cNvSpPr>
            <a:spLocks noGrp="1"/>
          </p:cNvSpPr>
          <p:nvPr>
            <p:ph type="dt" sz="half" idx="10"/>
          </p:nvPr>
        </p:nvSpPr>
        <p:spPr/>
        <p:txBody>
          <a:bodyPr/>
          <a:lstStyle/>
          <a:p>
            <a:fld id="{C7C92BAC-F228-4DAC-8800-3D810F869187}" type="datetimeFigureOut">
              <a:rPr lang="en-US" dirty="0"/>
              <a:t>11/2/2024</a:t>
            </a:fld>
            <a:endParaRPr lang="en-US"/>
          </a:p>
        </p:txBody>
      </p:sp>
      <p:sp>
        <p:nvSpPr>
          <p:cNvPr id="4" name="Footer Placeholder 3">
            <a:extLst>
              <a:ext uri="{FF2B5EF4-FFF2-40B4-BE49-F238E27FC236}">
                <a16:creationId xmlns:a16="http://schemas.microsoft.com/office/drawing/2014/main" id="{02AAFCE6-5C7E-438F-8D4A-21E155681447}"/>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D2ACFD88-63EA-427F-978C-B7844D1A5E32}"/>
              </a:ext>
            </a:extLst>
          </p:cNvPr>
          <p:cNvSpPr>
            <a:spLocks noGrp="1"/>
          </p:cNvSpPr>
          <p:nvPr>
            <p:ph type="sldNum" sz="quarter" idx="12"/>
          </p:nvPr>
        </p:nvSpPr>
        <p:spPr/>
        <p:txBody>
          <a:bodyPr/>
          <a:lstStyle/>
          <a:p>
            <a:fld id="{017DE1FC-E54A-4B87-A814-263D1E8654B2}" type="slidenum">
              <a:rPr lang="en-US" dirty="0"/>
              <a:t>‹Nr.›</a:t>
            </a:fld>
            <a:endParaRPr lang="en-US"/>
          </a:p>
        </p:txBody>
      </p:sp>
    </p:spTree>
    <p:extLst>
      <p:ext uri="{BB962C8B-B14F-4D97-AF65-F5344CB8AC3E}">
        <p14:creationId xmlns:p14="http://schemas.microsoft.com/office/powerpoint/2010/main" val="3879658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82A4F0-76A5-4852-982B-32B3B685732E}"/>
              </a:ext>
            </a:extLst>
          </p:cNvPr>
          <p:cNvSpPr>
            <a:spLocks noGrp="1"/>
          </p:cNvSpPr>
          <p:nvPr>
            <p:ph type="dt" sz="half" idx="10"/>
          </p:nvPr>
        </p:nvSpPr>
        <p:spPr/>
        <p:txBody>
          <a:bodyPr/>
          <a:lstStyle/>
          <a:p>
            <a:fld id="{B66EFFE8-7E8E-427A-AB26-E496551AFB7B}" type="datetimeFigureOut">
              <a:rPr lang="en-US" dirty="0"/>
              <a:t>11/2/2024</a:t>
            </a:fld>
            <a:endParaRPr lang="en-US"/>
          </a:p>
        </p:txBody>
      </p:sp>
      <p:sp>
        <p:nvSpPr>
          <p:cNvPr id="3" name="Footer Placeholder 2">
            <a:extLst>
              <a:ext uri="{FF2B5EF4-FFF2-40B4-BE49-F238E27FC236}">
                <a16:creationId xmlns:a16="http://schemas.microsoft.com/office/drawing/2014/main" id="{8750CFAE-4BEB-4272-A2E6-FDD9D6A03290}"/>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943B71B7-74B7-4CF1-8FE0-F4863CD7D97C}"/>
              </a:ext>
            </a:extLst>
          </p:cNvPr>
          <p:cNvSpPr>
            <a:spLocks noGrp="1"/>
          </p:cNvSpPr>
          <p:nvPr>
            <p:ph type="sldNum" sz="quarter" idx="12"/>
          </p:nvPr>
        </p:nvSpPr>
        <p:spPr/>
        <p:txBody>
          <a:bodyPr/>
          <a:lstStyle/>
          <a:p>
            <a:fld id="{017DE1FC-E54A-4B87-A814-263D1E8654B2}" type="slidenum">
              <a:rPr lang="en-US" dirty="0"/>
              <a:t>‹Nr.›</a:t>
            </a:fld>
            <a:endParaRPr lang="en-US"/>
          </a:p>
        </p:txBody>
      </p:sp>
    </p:spTree>
    <p:extLst>
      <p:ext uri="{BB962C8B-B14F-4D97-AF65-F5344CB8AC3E}">
        <p14:creationId xmlns:p14="http://schemas.microsoft.com/office/powerpoint/2010/main" val="3595975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432BE-C4E5-4F12-AB53-EBEF2B76B251}"/>
              </a:ext>
            </a:extLst>
          </p:cNvPr>
          <p:cNvSpPr>
            <a:spLocks noGrp="1"/>
          </p:cNvSpPr>
          <p:nvPr>
            <p:ph type="title"/>
          </p:nvPr>
        </p:nvSpPr>
        <p:spPr>
          <a:xfrm>
            <a:off x="1318755" y="457200"/>
            <a:ext cx="3932237" cy="1921434"/>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AE7F57-4ABF-4BA4-A892-38857A02F60D}"/>
              </a:ext>
            </a:extLst>
          </p:cNvPr>
          <p:cNvSpPr>
            <a:spLocks noGrp="1"/>
          </p:cNvSpPr>
          <p:nvPr>
            <p:ph idx="1"/>
          </p:nvPr>
        </p:nvSpPr>
        <p:spPr>
          <a:xfrm>
            <a:off x="5648130" y="987425"/>
            <a:ext cx="5707257" cy="4873625"/>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032E444-E5BD-443F-AB83-84D7CE0AB768}"/>
              </a:ext>
            </a:extLst>
          </p:cNvPr>
          <p:cNvSpPr>
            <a:spLocks noGrp="1"/>
          </p:cNvSpPr>
          <p:nvPr>
            <p:ph type="body" sz="half" idx="2"/>
          </p:nvPr>
        </p:nvSpPr>
        <p:spPr>
          <a:xfrm>
            <a:off x="1318755" y="2799184"/>
            <a:ext cx="3932237" cy="306980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998A4-FD2F-4126-99C5-E2063AE02482}"/>
              </a:ext>
            </a:extLst>
          </p:cNvPr>
          <p:cNvSpPr>
            <a:spLocks noGrp="1"/>
          </p:cNvSpPr>
          <p:nvPr>
            <p:ph type="dt" sz="half" idx="10"/>
          </p:nvPr>
        </p:nvSpPr>
        <p:spPr/>
        <p:txBody>
          <a:bodyPr/>
          <a:lstStyle/>
          <a:p>
            <a:fld id="{C0DC8B19-DE76-4E18-BFC7-EB25B8C421E7}" type="datetimeFigureOut">
              <a:rPr lang="en-US" dirty="0"/>
              <a:t>11/2/2024</a:t>
            </a:fld>
            <a:endParaRPr lang="en-US"/>
          </a:p>
        </p:txBody>
      </p:sp>
      <p:sp>
        <p:nvSpPr>
          <p:cNvPr id="6" name="Footer Placeholder 5">
            <a:extLst>
              <a:ext uri="{FF2B5EF4-FFF2-40B4-BE49-F238E27FC236}">
                <a16:creationId xmlns:a16="http://schemas.microsoft.com/office/drawing/2014/main" id="{E96457D3-F808-4DB2-9C9C-B185E71F26DA}"/>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4131BC9B-21D1-4D2D-B02E-C887A02CA373}"/>
              </a:ext>
            </a:extLst>
          </p:cNvPr>
          <p:cNvSpPr>
            <a:spLocks noGrp="1"/>
          </p:cNvSpPr>
          <p:nvPr>
            <p:ph type="sldNum" sz="quarter" idx="12"/>
          </p:nvPr>
        </p:nvSpPr>
        <p:spPr/>
        <p:txBody>
          <a:bodyPr/>
          <a:lstStyle/>
          <a:p>
            <a:fld id="{017DE1FC-E54A-4B87-A814-263D1E8654B2}" type="slidenum">
              <a:rPr lang="en-US" dirty="0"/>
              <a:t>‹Nr.›</a:t>
            </a:fld>
            <a:endParaRPr lang="en-US"/>
          </a:p>
        </p:txBody>
      </p:sp>
    </p:spTree>
    <p:extLst>
      <p:ext uri="{BB962C8B-B14F-4D97-AF65-F5344CB8AC3E}">
        <p14:creationId xmlns:p14="http://schemas.microsoft.com/office/powerpoint/2010/main" val="2551546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43EC2-2D8C-4E8D-8CC7-9676480146E2}"/>
              </a:ext>
            </a:extLst>
          </p:cNvPr>
          <p:cNvSpPr>
            <a:spLocks noGrp="1"/>
          </p:cNvSpPr>
          <p:nvPr>
            <p:ph type="title"/>
          </p:nvPr>
        </p:nvSpPr>
        <p:spPr>
          <a:xfrm>
            <a:off x="1378966" y="681135"/>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66AF89-5FBD-43DD-958D-A5C608AE2E2C}"/>
              </a:ext>
            </a:extLst>
          </p:cNvPr>
          <p:cNvSpPr>
            <a:spLocks noGrp="1" noChangeAspect="1"/>
          </p:cNvSpPr>
          <p:nvPr>
            <p:ph type="pic" idx="1"/>
          </p:nvPr>
        </p:nvSpPr>
        <p:spPr>
          <a:xfrm>
            <a:off x="5834742" y="858417"/>
            <a:ext cx="5520645" cy="500263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770A545-2CE6-48C4-A725-EF68A3F1BFCB}"/>
              </a:ext>
            </a:extLst>
          </p:cNvPr>
          <p:cNvSpPr>
            <a:spLocks noGrp="1"/>
          </p:cNvSpPr>
          <p:nvPr>
            <p:ph type="body" sz="half" idx="2"/>
          </p:nvPr>
        </p:nvSpPr>
        <p:spPr>
          <a:xfrm>
            <a:off x="1378966" y="2281335"/>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4466B2-6FE6-4352-BBF9-84BCD946C28B}"/>
              </a:ext>
            </a:extLst>
          </p:cNvPr>
          <p:cNvSpPr>
            <a:spLocks noGrp="1"/>
          </p:cNvSpPr>
          <p:nvPr>
            <p:ph type="dt" sz="half" idx="10"/>
          </p:nvPr>
        </p:nvSpPr>
        <p:spPr/>
        <p:txBody>
          <a:bodyPr/>
          <a:lstStyle/>
          <a:p>
            <a:fld id="{9C10BD94-1F69-4074-BD82-D6EDB89FE74F}" type="datetimeFigureOut">
              <a:rPr lang="en-US" dirty="0"/>
              <a:t>11/2/2024</a:t>
            </a:fld>
            <a:endParaRPr lang="en-US"/>
          </a:p>
        </p:txBody>
      </p:sp>
      <p:sp>
        <p:nvSpPr>
          <p:cNvPr id="6" name="Footer Placeholder 5">
            <a:extLst>
              <a:ext uri="{FF2B5EF4-FFF2-40B4-BE49-F238E27FC236}">
                <a16:creationId xmlns:a16="http://schemas.microsoft.com/office/drawing/2014/main" id="{398991BC-29A5-4182-BD83-9D99D28894AA}"/>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5EC1C78F-6633-4604-8832-8E9D2DC768BB}"/>
              </a:ext>
            </a:extLst>
          </p:cNvPr>
          <p:cNvSpPr>
            <a:spLocks noGrp="1"/>
          </p:cNvSpPr>
          <p:nvPr>
            <p:ph type="sldNum" sz="quarter" idx="12"/>
          </p:nvPr>
        </p:nvSpPr>
        <p:spPr/>
        <p:txBody>
          <a:bodyPr/>
          <a:lstStyle/>
          <a:p>
            <a:fld id="{017DE1FC-E54A-4B87-A814-263D1E8654B2}" type="slidenum">
              <a:rPr lang="en-US" dirty="0"/>
              <a:t>‹Nr.›</a:t>
            </a:fld>
            <a:endParaRPr lang="en-US"/>
          </a:p>
        </p:txBody>
      </p:sp>
    </p:spTree>
    <p:extLst>
      <p:ext uri="{BB962C8B-B14F-4D97-AF65-F5344CB8AC3E}">
        <p14:creationId xmlns:p14="http://schemas.microsoft.com/office/powerpoint/2010/main" val="1328490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A997B-D473-47DE-8B7B-22AB6F31E4E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526035-4B81-4537-A22D-92C2E0DBB6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C2A44D-F637-4017-BAA2-77756A386D98}"/>
              </a:ext>
            </a:extLst>
          </p:cNvPr>
          <p:cNvSpPr>
            <a:spLocks noGrp="1"/>
          </p:cNvSpPr>
          <p:nvPr>
            <p:ph type="dt" sz="half" idx="10"/>
          </p:nvPr>
        </p:nvSpPr>
        <p:spPr/>
        <p:txBody>
          <a:bodyPr/>
          <a:lstStyle/>
          <a:p>
            <a:fld id="{EE1F3D07-6BCF-40BC-A7F7-89BB8FFE98C6}" type="datetimeFigureOut">
              <a:rPr lang="en-US" dirty="0"/>
              <a:t>11/2/2024</a:t>
            </a:fld>
            <a:endParaRPr lang="en-US"/>
          </a:p>
        </p:txBody>
      </p:sp>
      <p:sp>
        <p:nvSpPr>
          <p:cNvPr id="5" name="Footer Placeholder 4">
            <a:extLst>
              <a:ext uri="{FF2B5EF4-FFF2-40B4-BE49-F238E27FC236}">
                <a16:creationId xmlns:a16="http://schemas.microsoft.com/office/drawing/2014/main" id="{EEC1DCE6-ED7D-417C-ABD4-41D61570FF3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CAAF19A-FDAE-446A-A6B6-128F7F96A966}"/>
              </a:ext>
            </a:extLst>
          </p:cNvPr>
          <p:cNvSpPr>
            <a:spLocks noGrp="1"/>
          </p:cNvSpPr>
          <p:nvPr>
            <p:ph type="sldNum" sz="quarter" idx="12"/>
          </p:nvPr>
        </p:nvSpPr>
        <p:spPr/>
        <p:txBody>
          <a:bodyPr/>
          <a:lstStyle/>
          <a:p>
            <a:fld id="{017DE1FC-E54A-4B87-A814-263D1E8654B2}" type="slidenum">
              <a:rPr lang="en-US" dirty="0"/>
              <a:t>‹Nr.›</a:t>
            </a:fld>
            <a:endParaRPr lang="en-US"/>
          </a:p>
        </p:txBody>
      </p:sp>
    </p:spTree>
    <p:extLst>
      <p:ext uri="{BB962C8B-B14F-4D97-AF65-F5344CB8AC3E}">
        <p14:creationId xmlns:p14="http://schemas.microsoft.com/office/powerpoint/2010/main" val="1711821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96D838-45E9-4D61-AA4E-92A32B579FDA}"/>
              </a:ext>
            </a:extLst>
          </p:cNvPr>
          <p:cNvSpPr>
            <a:spLocks noGrp="1"/>
          </p:cNvSpPr>
          <p:nvPr>
            <p:ph type="title" orient="vert"/>
          </p:nvPr>
        </p:nvSpPr>
        <p:spPr>
          <a:xfrm>
            <a:off x="8724900" y="457199"/>
            <a:ext cx="2628900" cy="571976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C3183D0-4392-4364-8A2D-C47A2AF7A87D}"/>
              </a:ext>
            </a:extLst>
          </p:cNvPr>
          <p:cNvSpPr>
            <a:spLocks noGrp="1"/>
          </p:cNvSpPr>
          <p:nvPr>
            <p:ph type="body" orient="vert" idx="1"/>
          </p:nvPr>
        </p:nvSpPr>
        <p:spPr>
          <a:xfrm>
            <a:off x="838200" y="457199"/>
            <a:ext cx="7734300" cy="5719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4A36C9-28D5-4820-84F1-E4B9F4E50FA9}"/>
              </a:ext>
            </a:extLst>
          </p:cNvPr>
          <p:cNvSpPr>
            <a:spLocks noGrp="1"/>
          </p:cNvSpPr>
          <p:nvPr>
            <p:ph type="dt" sz="half" idx="10"/>
          </p:nvPr>
        </p:nvSpPr>
        <p:spPr/>
        <p:txBody>
          <a:bodyPr/>
          <a:lstStyle/>
          <a:p>
            <a:fld id="{CED16D97-0980-426F-BEA7-F6EB2DE3AC08}" type="datetimeFigureOut">
              <a:rPr lang="en-US" dirty="0"/>
              <a:t>11/2/2024</a:t>
            </a:fld>
            <a:endParaRPr lang="en-US"/>
          </a:p>
        </p:txBody>
      </p:sp>
      <p:sp>
        <p:nvSpPr>
          <p:cNvPr id="5" name="Footer Placeholder 4">
            <a:extLst>
              <a:ext uri="{FF2B5EF4-FFF2-40B4-BE49-F238E27FC236}">
                <a16:creationId xmlns:a16="http://schemas.microsoft.com/office/drawing/2014/main" id="{8997EDC8-558D-4646-86D9-A5424CF2A2B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6F0B7537-E67A-411A-BBA4-061521D3D881}"/>
              </a:ext>
            </a:extLst>
          </p:cNvPr>
          <p:cNvSpPr>
            <a:spLocks noGrp="1"/>
          </p:cNvSpPr>
          <p:nvPr>
            <p:ph type="sldNum" sz="quarter" idx="12"/>
          </p:nvPr>
        </p:nvSpPr>
        <p:spPr/>
        <p:txBody>
          <a:bodyPr/>
          <a:lstStyle/>
          <a:p>
            <a:fld id="{017DE1FC-E54A-4B87-A814-263D1E8654B2}" type="slidenum">
              <a:rPr lang="en-US" dirty="0"/>
              <a:t>‹Nr.›</a:t>
            </a:fld>
            <a:endParaRPr lang="en-US"/>
          </a:p>
        </p:txBody>
      </p:sp>
    </p:spTree>
    <p:extLst>
      <p:ext uri="{BB962C8B-B14F-4D97-AF65-F5344CB8AC3E}">
        <p14:creationId xmlns:p14="http://schemas.microsoft.com/office/powerpoint/2010/main" val="1655193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4C0BBB-0042-4603-A226-6117F3FD5B3C}"/>
              </a:ext>
            </a:extLst>
          </p:cNvPr>
          <p:cNvSpPr/>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EC44F520-2598-460E-9F91-B02F60830CA2}"/>
              </a:ext>
            </a:extLst>
          </p:cNvPr>
          <p:cNvSpPr/>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AD478F2F-4F04-4604-9005-BF0CB1142512}"/>
              </a:ext>
            </a:extLst>
          </p:cNvPr>
          <p:cNvSpPr>
            <a:spLocks noGrp="1"/>
          </p:cNvSpPr>
          <p:nvPr>
            <p:ph type="title"/>
          </p:nvPr>
        </p:nvSpPr>
        <p:spPr>
          <a:xfrm>
            <a:off x="1371600" y="361666"/>
            <a:ext cx="9810376" cy="1659404"/>
          </a:xfrm>
          <a:prstGeom prst="rect">
            <a:avLst/>
          </a:prstGeom>
        </p:spPr>
        <p:txBody>
          <a:bodyPr vert="horz" lIns="0" tIns="0" rIns="0" bIns="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B54A17D2-52AF-4B40-80A8-3E0DB855F297}"/>
              </a:ext>
            </a:extLst>
          </p:cNvPr>
          <p:cNvSpPr>
            <a:spLocks noGrp="1"/>
          </p:cNvSpPr>
          <p:nvPr>
            <p:ph type="body" idx="1"/>
          </p:nvPr>
        </p:nvSpPr>
        <p:spPr>
          <a:xfrm>
            <a:off x="1371600" y="2286000"/>
            <a:ext cx="9810376" cy="3857811"/>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92E0AA-D5B3-4BCF-BA69-209D9B335A06}"/>
              </a:ext>
            </a:extLst>
          </p:cNvPr>
          <p:cNvSpPr>
            <a:spLocks noGrp="1"/>
          </p:cNvSpPr>
          <p:nvPr>
            <p:ph type="dt" sz="half" idx="2"/>
          </p:nvPr>
        </p:nvSpPr>
        <p:spPr>
          <a:xfrm>
            <a:off x="7910111" y="6409170"/>
            <a:ext cx="3702392" cy="448830"/>
          </a:xfrm>
          <a:prstGeom prst="rect">
            <a:avLst/>
          </a:prstGeom>
        </p:spPr>
        <p:txBody>
          <a:bodyPr vert="horz" lIns="91440" tIns="45720" rIns="91440" bIns="45720" rtlCol="0" anchor="ctr"/>
          <a:lstStyle>
            <a:lvl1pPr algn="r">
              <a:defRPr sz="800" cap="all" spc="300" baseline="0">
                <a:solidFill>
                  <a:schemeClr val="bg1"/>
                </a:solidFill>
              </a:defRPr>
            </a:lvl1pPr>
          </a:lstStyle>
          <a:p>
            <a:fld id="{149C728D-416F-40D5-8F13-55E5DD1CE8D1}" type="datetimeFigureOut">
              <a:rPr lang="en-US" dirty="0"/>
              <a:t>11/2/2024</a:t>
            </a:fld>
            <a:endParaRPr lang="en-US"/>
          </a:p>
        </p:txBody>
      </p:sp>
      <p:sp>
        <p:nvSpPr>
          <p:cNvPr id="5" name="Footer Placeholder 4">
            <a:extLst>
              <a:ext uri="{FF2B5EF4-FFF2-40B4-BE49-F238E27FC236}">
                <a16:creationId xmlns:a16="http://schemas.microsoft.com/office/drawing/2014/main" id="{5F10A637-D86F-4FA1-985D-2D82456511B1}"/>
              </a:ext>
            </a:extLst>
          </p:cNvPr>
          <p:cNvSpPr>
            <a:spLocks noGrp="1"/>
          </p:cNvSpPr>
          <p:nvPr>
            <p:ph type="ftr" sz="quarter" idx="3"/>
          </p:nvPr>
        </p:nvSpPr>
        <p:spPr>
          <a:xfrm rot="5400000">
            <a:off x="-1828801" y="1912217"/>
            <a:ext cx="4114800" cy="45720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a:t>
              </a:t>
            </a:r>
          </a:p>
        </p:txBody>
      </p:sp>
      <p:sp>
        <p:nvSpPr>
          <p:cNvPr id="6" name="Slide Number Placeholder 5">
            <a:extLst>
              <a:ext uri="{FF2B5EF4-FFF2-40B4-BE49-F238E27FC236}">
                <a16:creationId xmlns:a16="http://schemas.microsoft.com/office/drawing/2014/main" id="{80F2FA4D-A931-46BA-B767-29A6FD5AAD2A}"/>
              </a:ext>
            </a:extLst>
          </p:cNvPr>
          <p:cNvSpPr>
            <a:spLocks noGrp="1"/>
          </p:cNvSpPr>
          <p:nvPr>
            <p:ph type="sldNum" sz="quarter" idx="4"/>
          </p:nvPr>
        </p:nvSpPr>
        <p:spPr>
          <a:xfrm>
            <a:off x="11669678" y="6408742"/>
            <a:ext cx="438652" cy="448830"/>
          </a:xfrm>
          <a:prstGeom prst="rect">
            <a:avLst/>
          </a:prstGeom>
        </p:spPr>
        <p:txBody>
          <a:bodyPr vert="horz" lIns="91440" tIns="45720" rIns="91440" bIns="45720" rtlCol="0" anchor="ctr"/>
          <a:lstStyle>
            <a:lvl1pPr algn="r">
              <a:defRPr sz="800">
                <a:solidFill>
                  <a:schemeClr val="bg1"/>
                </a:solidFill>
              </a:defRPr>
            </a:lvl1pPr>
          </a:lstStyle>
          <a:p>
            <a:fld id="{017DE1FC-E54A-4B87-A814-263D1E8654B2}" type="slidenum">
              <a:rPr lang="en-US" dirty="0"/>
              <a:t>‹Nr.›</a:t>
            </a:fld>
            <a:endParaRPr lang="en-US"/>
          </a:p>
        </p:txBody>
      </p:sp>
    </p:spTree>
    <p:extLst>
      <p:ext uri="{BB962C8B-B14F-4D97-AF65-F5344CB8AC3E}">
        <p14:creationId xmlns:p14="http://schemas.microsoft.com/office/powerpoint/2010/main" val="1390657407"/>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hf hdr="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288">
          <p15:clr>
            <a:srgbClr val="F26B43"/>
          </p15:clr>
        </p15:guide>
        <p15:guide id="4" pos="288">
          <p15:clr>
            <a:srgbClr val="F26B43"/>
          </p15:clr>
        </p15:guide>
        <p15:guide id="5" orient="horz" pos="4032">
          <p15:clr>
            <a:srgbClr val="F26B43"/>
          </p15:clr>
        </p15:guide>
        <p15:guide id="6" pos="7392">
          <p15:clr>
            <a:srgbClr val="F26B43"/>
          </p15:clr>
        </p15:guide>
        <p15:guide id="7" pos="5112">
          <p15:clr>
            <a:srgbClr val="F26B43"/>
          </p15:clr>
        </p15:guide>
        <p15:guide id="8" pos="2544">
          <p15:clr>
            <a:srgbClr val="F26B43"/>
          </p15:clr>
        </p15:guide>
        <p15:guide id="9" pos="864">
          <p15:clr>
            <a:srgbClr val="F26B43"/>
          </p15:clr>
        </p15:guide>
        <p15:guide id="10" orient="horz" pos="648">
          <p15:clr>
            <a:srgbClr val="F26B43"/>
          </p15:clr>
        </p15:guide>
        <p15:guide id="11" pos="681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9C3197-B2EA-8C71-3395-F44D13540570}"/>
              </a:ext>
            </a:extLst>
          </p:cNvPr>
          <p:cNvSpPr txBox="1"/>
          <p:nvPr/>
        </p:nvSpPr>
        <p:spPr>
          <a:xfrm>
            <a:off x="2507226" y="2585884"/>
            <a:ext cx="7905135" cy="2554545"/>
          </a:xfrm>
          <a:prstGeom prst="rect">
            <a:avLst/>
          </a:prstGeom>
          <a:noFill/>
        </p:spPr>
        <p:txBody>
          <a:bodyPr wrap="square">
            <a:spAutoFit/>
          </a:bodyPr>
          <a:lstStyle/>
          <a:p>
            <a:pPr marL="285750" indent="-285750">
              <a:buFont typeface="Arial" panose="020B0604020202020204" pitchFamily="34" charset="0"/>
              <a:buChar char="•"/>
            </a:pPr>
            <a:r>
              <a:rPr lang="de-DE" sz="3200"/>
              <a:t>Alister Lawson</a:t>
            </a:r>
          </a:p>
          <a:p>
            <a:pPr marL="285750" indent="-285750">
              <a:buFont typeface="Arial" panose="020B0604020202020204" pitchFamily="34" charset="0"/>
              <a:buChar char="•"/>
            </a:pPr>
            <a:r>
              <a:rPr lang="de-DE" sz="3200"/>
              <a:t>Bruce Fernandes</a:t>
            </a:r>
          </a:p>
          <a:p>
            <a:pPr marL="285750" indent="-285750">
              <a:buFont typeface="Arial" panose="020B0604020202020204" pitchFamily="34" charset="0"/>
              <a:buChar char="•"/>
            </a:pPr>
            <a:r>
              <a:rPr lang="de-DE" sz="3200"/>
              <a:t>Jamie Mano</a:t>
            </a:r>
          </a:p>
          <a:p>
            <a:pPr marL="285750" indent="-285750">
              <a:buFont typeface="Arial" panose="020B0604020202020204" pitchFamily="34" charset="0"/>
              <a:buChar char="•"/>
            </a:pPr>
            <a:r>
              <a:rPr lang="de-DE" sz="3200"/>
              <a:t>Marek Bettzig</a:t>
            </a:r>
          </a:p>
          <a:p>
            <a:pPr marL="285750" indent="-285750">
              <a:buFont typeface="Arial" panose="020B0604020202020204" pitchFamily="34" charset="0"/>
              <a:buChar char="•"/>
            </a:pPr>
            <a:r>
              <a:rPr lang="de-DE" sz="3200"/>
              <a:t>Nick Biagioni</a:t>
            </a:r>
          </a:p>
        </p:txBody>
      </p:sp>
      <p:sp>
        <p:nvSpPr>
          <p:cNvPr id="6" name="Titel 1">
            <a:extLst>
              <a:ext uri="{FF2B5EF4-FFF2-40B4-BE49-F238E27FC236}">
                <a16:creationId xmlns:a16="http://schemas.microsoft.com/office/drawing/2014/main" id="{F852E1AC-70D6-D693-D5E8-3A13E3DB5EF6}"/>
              </a:ext>
            </a:extLst>
          </p:cNvPr>
          <p:cNvSpPr txBox="1">
            <a:spLocks/>
          </p:cNvSpPr>
          <p:nvPr/>
        </p:nvSpPr>
        <p:spPr>
          <a:xfrm>
            <a:off x="1132055" y="801963"/>
            <a:ext cx="8743923" cy="801520"/>
          </a:xfrm>
          <a:prstGeom prst="rect">
            <a:avLst/>
          </a:prstGeom>
        </p:spPr>
        <p:txBody>
          <a:bodyPr vert="horz" lIns="91440" tIns="45720" rIns="91440" bIns="45720" rtlCol="0" anchor="b">
            <a:normAutofit fontScale="92500" lnSpcReduction="10000"/>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de-DE" b="1"/>
              <a:t>MacroHard</a:t>
            </a:r>
          </a:p>
        </p:txBody>
      </p:sp>
    </p:spTree>
    <p:extLst>
      <p:ext uri="{BB962C8B-B14F-4D97-AF65-F5344CB8AC3E}">
        <p14:creationId xmlns:p14="http://schemas.microsoft.com/office/powerpoint/2010/main" val="1013396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365EA-A909-300D-9753-757857EC06D3}"/>
              </a:ext>
            </a:extLst>
          </p:cNvPr>
          <p:cNvSpPr>
            <a:spLocks noGrp="1"/>
          </p:cNvSpPr>
          <p:nvPr>
            <p:ph type="title"/>
          </p:nvPr>
        </p:nvSpPr>
        <p:spPr>
          <a:xfrm>
            <a:off x="1371600" y="-2050"/>
            <a:ext cx="10240903" cy="1233488"/>
          </a:xfrm>
        </p:spPr>
        <p:txBody>
          <a:bodyPr/>
          <a:lstStyle/>
          <a:p>
            <a:r>
              <a:rPr lang="en-CA"/>
              <a:t>Changes from Phase 3</a:t>
            </a:r>
          </a:p>
        </p:txBody>
      </p:sp>
      <p:sp>
        <p:nvSpPr>
          <p:cNvPr id="3" name="Content Placeholder 2">
            <a:extLst>
              <a:ext uri="{FF2B5EF4-FFF2-40B4-BE49-F238E27FC236}">
                <a16:creationId xmlns:a16="http://schemas.microsoft.com/office/drawing/2014/main" id="{238ACA0D-9291-DD03-C26F-4CC501988609}"/>
              </a:ext>
            </a:extLst>
          </p:cNvPr>
          <p:cNvSpPr>
            <a:spLocks noGrp="1"/>
          </p:cNvSpPr>
          <p:nvPr>
            <p:ph idx="1"/>
          </p:nvPr>
        </p:nvSpPr>
        <p:spPr/>
        <p:txBody>
          <a:bodyPr vert="horz" lIns="0" tIns="0" rIns="0" bIns="0" rtlCol="0" anchor="t">
            <a:normAutofit/>
          </a:bodyPr>
          <a:lstStyle/>
          <a:p>
            <a:r>
              <a:rPr lang="en-CA" sz="3600" b="1"/>
              <a:t>Changes to requirements</a:t>
            </a:r>
            <a:endParaRPr lang="en-CA" sz="3600"/>
          </a:p>
          <a:p>
            <a:pPr marL="0" indent="0">
              <a:buNone/>
            </a:pPr>
            <a:r>
              <a:rPr lang="en-CA" sz="1800">
                <a:ea typeface="+mn-lt"/>
                <a:cs typeface="+mn-lt"/>
              </a:rPr>
              <a:t>A new </a:t>
            </a:r>
            <a:r>
              <a:rPr lang="en-CA" sz="1800" err="1">
                <a:ea typeface="+mn-lt"/>
                <a:cs typeface="+mn-lt"/>
              </a:rPr>
              <a:t>reqiurement</a:t>
            </a:r>
            <a:r>
              <a:rPr lang="en-CA" sz="1800">
                <a:ea typeface="+mn-lt"/>
                <a:cs typeface="+mn-lt"/>
              </a:rPr>
              <a:t> for external developers has been added to the list of requirements:</a:t>
            </a:r>
            <a:endParaRPr lang="en-CA" sz="1800"/>
          </a:p>
          <a:p>
            <a:r>
              <a:rPr lang="en-CA" sz="1800">
                <a:ea typeface="+mn-lt"/>
                <a:cs typeface="+mn-lt"/>
              </a:rPr>
              <a:t>External developers will store their game files outside of the main game directory. The game executable will then access these files to integrate the games into the arcade. This approach is designed to protect the arcade's source code and simplify the process of adding new games to the arcade.</a:t>
            </a:r>
            <a:endParaRPr lang="en-CA" sz="1800"/>
          </a:p>
          <a:p>
            <a:r>
              <a:rPr lang="en-CA" sz="3600" b="1"/>
              <a:t>Changes to design</a:t>
            </a:r>
            <a:endParaRPr lang="en-CA" sz="3600"/>
          </a:p>
          <a:p>
            <a:r>
              <a:rPr lang="en-CA" sz="1800">
                <a:ea typeface="+mn-lt"/>
                <a:cs typeface="+mn-lt"/>
              </a:rPr>
              <a:t>The repo was updated in order to now utilise the new file structure for the game files.</a:t>
            </a:r>
            <a:endParaRPr lang="en-CA" sz="1800"/>
          </a:p>
          <a:p>
            <a:pPr marL="0" indent="0">
              <a:buNone/>
            </a:pPr>
            <a:endParaRPr lang="en-CA"/>
          </a:p>
        </p:txBody>
      </p:sp>
    </p:spTree>
    <p:extLst>
      <p:ext uri="{BB962C8B-B14F-4D97-AF65-F5344CB8AC3E}">
        <p14:creationId xmlns:p14="http://schemas.microsoft.com/office/powerpoint/2010/main" val="4202153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2314E5-6299-37B4-DF45-7A936A18DD09}"/>
              </a:ext>
            </a:extLst>
          </p:cNvPr>
          <p:cNvSpPr>
            <a:spLocks noGrp="1"/>
          </p:cNvSpPr>
          <p:nvPr>
            <p:ph type="title"/>
          </p:nvPr>
        </p:nvSpPr>
        <p:spPr>
          <a:xfrm>
            <a:off x="1095513" y="-2050"/>
            <a:ext cx="10240903" cy="1233488"/>
          </a:xfrm>
        </p:spPr>
        <p:txBody>
          <a:bodyPr/>
          <a:lstStyle/>
          <a:p>
            <a:r>
              <a:rPr lang="de-DE" err="1"/>
              <a:t>Gridmap</a:t>
            </a:r>
          </a:p>
        </p:txBody>
      </p:sp>
      <p:sp>
        <p:nvSpPr>
          <p:cNvPr id="4" name="Datumsplatzhalter 3">
            <a:extLst>
              <a:ext uri="{FF2B5EF4-FFF2-40B4-BE49-F238E27FC236}">
                <a16:creationId xmlns:a16="http://schemas.microsoft.com/office/drawing/2014/main" id="{ED4118F3-38BB-2C71-A5EB-C42032A73593}"/>
              </a:ext>
            </a:extLst>
          </p:cNvPr>
          <p:cNvSpPr>
            <a:spLocks noGrp="1"/>
          </p:cNvSpPr>
          <p:nvPr>
            <p:ph type="dt" sz="half" idx="10"/>
          </p:nvPr>
        </p:nvSpPr>
        <p:spPr/>
        <p:txBody>
          <a:bodyPr/>
          <a:lstStyle/>
          <a:p>
            <a:fld id="{D63C0EE9-EAAD-4A1E-BD4E-EC0E27D28D3E}" type="datetime1">
              <a:t>02.11.2024</a:t>
            </a:fld>
            <a:endParaRPr lang="en-US"/>
          </a:p>
        </p:txBody>
      </p:sp>
      <p:sp>
        <p:nvSpPr>
          <p:cNvPr id="5" name="Fußzeilenplatzhalter 4">
            <a:extLst>
              <a:ext uri="{FF2B5EF4-FFF2-40B4-BE49-F238E27FC236}">
                <a16:creationId xmlns:a16="http://schemas.microsoft.com/office/drawing/2014/main" id="{00472CE1-C536-2C2E-52FB-5251BE9CDFCB}"/>
              </a:ext>
            </a:extLst>
          </p:cNvPr>
          <p:cNvSpPr>
            <a:spLocks noGrp="1"/>
          </p:cNvSpPr>
          <p:nvPr>
            <p:ph type="ftr" sz="quarter" idx="11"/>
          </p:nvPr>
        </p:nvSpPr>
        <p:spPr/>
        <p:txBody>
          <a:bodyPr/>
          <a:lstStyle/>
          <a:p>
            <a:r>
              <a:rPr lang="en-US"/>
              <a:t>
              </a:t>
            </a:r>
          </a:p>
        </p:txBody>
      </p:sp>
      <p:sp>
        <p:nvSpPr>
          <p:cNvPr id="6" name="Foliennummernplatzhalter 5">
            <a:extLst>
              <a:ext uri="{FF2B5EF4-FFF2-40B4-BE49-F238E27FC236}">
                <a16:creationId xmlns:a16="http://schemas.microsoft.com/office/drawing/2014/main" id="{BD225739-FA08-D9FA-C52D-87901B5380CF}"/>
              </a:ext>
            </a:extLst>
          </p:cNvPr>
          <p:cNvSpPr>
            <a:spLocks noGrp="1"/>
          </p:cNvSpPr>
          <p:nvPr>
            <p:ph type="sldNum" sz="quarter" idx="12"/>
          </p:nvPr>
        </p:nvSpPr>
        <p:spPr/>
        <p:txBody>
          <a:bodyPr/>
          <a:lstStyle/>
          <a:p>
            <a:fld id="{017DE1FC-E54A-4B87-A814-263D1E8654B2}" type="slidenum">
              <a:rPr lang="en-US" dirty="0"/>
              <a:t>3</a:t>
            </a:fld>
            <a:endParaRPr lang="en-US"/>
          </a:p>
        </p:txBody>
      </p:sp>
      <p:pic>
        <p:nvPicPr>
          <p:cNvPr id="7" name="Grafik 6" descr="Ein Bild, das Screenshot, Grafiksoftware, 3D-Modellierung, Digitales Compositing enthält.&#10;&#10;Beschreibung automatisch generiert.">
            <a:extLst>
              <a:ext uri="{FF2B5EF4-FFF2-40B4-BE49-F238E27FC236}">
                <a16:creationId xmlns:a16="http://schemas.microsoft.com/office/drawing/2014/main" id="{5E0D4BA4-5FAF-A0EF-01C0-75ED1D9CB881}"/>
              </a:ext>
            </a:extLst>
          </p:cNvPr>
          <p:cNvPicPr>
            <a:picLocks noChangeAspect="1"/>
          </p:cNvPicPr>
          <p:nvPr/>
        </p:nvPicPr>
        <p:blipFill>
          <a:blip r:embed="rId2"/>
          <a:stretch>
            <a:fillRect/>
          </a:stretch>
        </p:blipFill>
        <p:spPr>
          <a:xfrm>
            <a:off x="1090957" y="1240182"/>
            <a:ext cx="9932780" cy="5360504"/>
          </a:xfrm>
          <a:prstGeom prst="rect">
            <a:avLst/>
          </a:prstGeom>
        </p:spPr>
      </p:pic>
    </p:spTree>
    <p:extLst>
      <p:ext uri="{BB962C8B-B14F-4D97-AF65-F5344CB8AC3E}">
        <p14:creationId xmlns:p14="http://schemas.microsoft.com/office/powerpoint/2010/main" val="3693502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4CB18-9896-F9C3-0003-172FC04D6466}"/>
              </a:ext>
            </a:extLst>
          </p:cNvPr>
          <p:cNvSpPr>
            <a:spLocks noGrp="1"/>
          </p:cNvSpPr>
          <p:nvPr>
            <p:ph type="title"/>
          </p:nvPr>
        </p:nvSpPr>
        <p:spPr>
          <a:xfrm>
            <a:off x="1371600" y="600"/>
            <a:ext cx="10240903" cy="1233488"/>
          </a:xfrm>
        </p:spPr>
        <p:txBody>
          <a:bodyPr/>
          <a:lstStyle/>
          <a:p>
            <a:r>
              <a:rPr lang="en-CA"/>
              <a:t>3D Environment</a:t>
            </a:r>
          </a:p>
        </p:txBody>
      </p:sp>
      <p:pic>
        <p:nvPicPr>
          <p:cNvPr id="4" name="Grafik 3" descr="Ein Bild, das Cartoon, Screenshot, Mobiliar, Kunst enthält.&#10;&#10;Beschreibung automatisch generiert.">
            <a:extLst>
              <a:ext uri="{FF2B5EF4-FFF2-40B4-BE49-F238E27FC236}">
                <a16:creationId xmlns:a16="http://schemas.microsoft.com/office/drawing/2014/main" id="{E373FC32-6DCB-F599-5290-D77F86A65FE0}"/>
              </a:ext>
            </a:extLst>
          </p:cNvPr>
          <p:cNvPicPr>
            <a:picLocks noChangeAspect="1"/>
          </p:cNvPicPr>
          <p:nvPr/>
        </p:nvPicPr>
        <p:blipFill>
          <a:blip r:embed="rId2"/>
          <a:stretch>
            <a:fillRect/>
          </a:stretch>
        </p:blipFill>
        <p:spPr>
          <a:xfrm>
            <a:off x="1127760" y="1232978"/>
            <a:ext cx="9946640" cy="5255644"/>
          </a:xfrm>
          <a:prstGeom prst="rect">
            <a:avLst/>
          </a:prstGeom>
        </p:spPr>
      </p:pic>
    </p:spTree>
    <p:extLst>
      <p:ext uri="{BB962C8B-B14F-4D97-AF65-F5344CB8AC3E}">
        <p14:creationId xmlns:p14="http://schemas.microsoft.com/office/powerpoint/2010/main" val="3950273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2DC26-FA21-A1C7-9830-6DFF318867D8}"/>
              </a:ext>
            </a:extLst>
          </p:cNvPr>
          <p:cNvSpPr>
            <a:spLocks noGrp="1"/>
          </p:cNvSpPr>
          <p:nvPr>
            <p:ph type="title"/>
          </p:nvPr>
        </p:nvSpPr>
        <p:spPr/>
        <p:txBody>
          <a:bodyPr/>
          <a:lstStyle/>
          <a:p>
            <a:r>
              <a:rPr lang="en-CA"/>
              <a:t>Ticket Shop: </a:t>
            </a:r>
            <a:br>
              <a:rPr lang="en-CA"/>
            </a:br>
            <a:r>
              <a:rPr lang="en-CA"/>
              <a:t>Proof of Concept</a:t>
            </a:r>
          </a:p>
        </p:txBody>
      </p:sp>
      <p:sp>
        <p:nvSpPr>
          <p:cNvPr id="3" name="Content Placeholder 2">
            <a:extLst>
              <a:ext uri="{FF2B5EF4-FFF2-40B4-BE49-F238E27FC236}">
                <a16:creationId xmlns:a16="http://schemas.microsoft.com/office/drawing/2014/main" id="{7CDA2DE9-9939-70EE-B887-5C5E7B695ABC}"/>
              </a:ext>
            </a:extLst>
          </p:cNvPr>
          <p:cNvSpPr>
            <a:spLocks noGrp="1"/>
          </p:cNvSpPr>
          <p:nvPr>
            <p:ph idx="1"/>
          </p:nvPr>
        </p:nvSpPr>
        <p:spPr/>
        <p:txBody>
          <a:bodyPr/>
          <a:lstStyle/>
          <a:p>
            <a:r>
              <a:rPr lang="en-CA"/>
              <a:t>One of the main purposes of the ticket shop is to bring out the real arcade experience of buying prizes with your hard-earned ticket.</a:t>
            </a:r>
          </a:p>
          <a:p>
            <a:r>
              <a:rPr lang="en-CA"/>
              <a:t>Therefore, we would build/define an interface with this scenario as well as purchasing the prizes and tickets.</a:t>
            </a:r>
          </a:p>
          <a:p>
            <a:r>
              <a:rPr lang="en-CA"/>
              <a:t>We would like to implement shop keep interaction and ability to see all the prizes and purchase those items in just one action.</a:t>
            </a:r>
          </a:p>
          <a:p>
            <a:r>
              <a:rPr lang="en-CA"/>
              <a:t>We would define one main screen which is the shop itself, but a separate screen can be built for game developers.</a:t>
            </a:r>
          </a:p>
          <a:p>
            <a:endParaRPr lang="en-CA"/>
          </a:p>
        </p:txBody>
      </p:sp>
      <p:sp>
        <p:nvSpPr>
          <p:cNvPr id="4" name="Date Placeholder 3">
            <a:extLst>
              <a:ext uri="{FF2B5EF4-FFF2-40B4-BE49-F238E27FC236}">
                <a16:creationId xmlns:a16="http://schemas.microsoft.com/office/drawing/2014/main" id="{F2E49736-51D5-5458-DCA9-70C8F2ABEF81}"/>
              </a:ext>
            </a:extLst>
          </p:cNvPr>
          <p:cNvSpPr>
            <a:spLocks noGrp="1"/>
          </p:cNvSpPr>
          <p:nvPr>
            <p:ph type="dt" sz="half" idx="10"/>
          </p:nvPr>
        </p:nvSpPr>
        <p:spPr/>
        <p:txBody>
          <a:bodyPr/>
          <a:lstStyle/>
          <a:p>
            <a:fld id="{C8A9D3AB-1B8C-4C77-8D0F-E70099A583D7}" type="datetime1">
              <a:rPr lang="en-US" smtClean="0"/>
              <a:t>11/2/2024</a:t>
            </a:fld>
            <a:endParaRPr lang="en-US"/>
          </a:p>
        </p:txBody>
      </p:sp>
      <p:sp>
        <p:nvSpPr>
          <p:cNvPr id="5" name="Footer Placeholder 4">
            <a:extLst>
              <a:ext uri="{FF2B5EF4-FFF2-40B4-BE49-F238E27FC236}">
                <a16:creationId xmlns:a16="http://schemas.microsoft.com/office/drawing/2014/main" id="{349DDBA9-C48F-9E0C-0971-77C4C89DC2C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5EFBB10-2DA0-BFEA-C102-49336726D3DA}"/>
              </a:ext>
            </a:extLst>
          </p:cNvPr>
          <p:cNvSpPr>
            <a:spLocks noGrp="1"/>
          </p:cNvSpPr>
          <p:nvPr>
            <p:ph type="sldNum" sz="quarter" idx="12"/>
          </p:nvPr>
        </p:nvSpPr>
        <p:spPr/>
        <p:txBody>
          <a:bodyPr/>
          <a:lstStyle/>
          <a:p>
            <a:fld id="{017DE1FC-E54A-4B87-A814-263D1E8654B2}" type="slidenum">
              <a:rPr lang="en-US" smtClean="0"/>
              <a:t>5</a:t>
            </a:fld>
            <a:endParaRPr lang="en-US"/>
          </a:p>
        </p:txBody>
      </p:sp>
    </p:spTree>
    <p:extLst>
      <p:ext uri="{BB962C8B-B14F-4D97-AF65-F5344CB8AC3E}">
        <p14:creationId xmlns:p14="http://schemas.microsoft.com/office/powerpoint/2010/main" val="1693509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erson in a suit and tie&#10;&#10;Description automatically generated">
            <a:extLst>
              <a:ext uri="{FF2B5EF4-FFF2-40B4-BE49-F238E27FC236}">
                <a16:creationId xmlns:a16="http://schemas.microsoft.com/office/drawing/2014/main" id="{10C9A737-A300-1C8C-8D1C-8D66CD73166D}"/>
              </a:ext>
            </a:extLst>
          </p:cNvPr>
          <p:cNvPicPr>
            <a:picLocks noChangeAspect="1"/>
          </p:cNvPicPr>
          <p:nvPr/>
        </p:nvPicPr>
        <p:blipFill>
          <a:blip r:embed="rId2"/>
          <a:srcRect r="444"/>
          <a:stretch/>
        </p:blipFill>
        <p:spPr>
          <a:xfrm>
            <a:off x="20" y="10"/>
            <a:ext cx="12191980" cy="6857990"/>
          </a:xfrm>
          <a:prstGeom prst="rect">
            <a:avLst/>
          </a:prstGeom>
          <a:noFill/>
        </p:spPr>
      </p:pic>
      <p:sp>
        <p:nvSpPr>
          <p:cNvPr id="4" name="Date Placeholder 3" hidden="1">
            <a:extLst>
              <a:ext uri="{FF2B5EF4-FFF2-40B4-BE49-F238E27FC236}">
                <a16:creationId xmlns:a16="http://schemas.microsoft.com/office/drawing/2014/main" id="{6C5DF7C6-7F1D-5A92-0EE6-CB1A66F290DB}"/>
              </a:ext>
            </a:extLst>
          </p:cNvPr>
          <p:cNvSpPr>
            <a:spLocks noGrp="1"/>
          </p:cNvSpPr>
          <p:nvPr>
            <p:ph type="dt" sz="half" idx="10"/>
          </p:nvPr>
        </p:nvSpPr>
        <p:spPr/>
        <p:txBody>
          <a:bodyPr/>
          <a:lstStyle/>
          <a:p>
            <a:pPr>
              <a:spcAft>
                <a:spcPts val="600"/>
              </a:spcAft>
            </a:pPr>
            <a:fld id="{601B31E0-E916-4A2D-833B-08F8E55CF2A6}" type="datetime1">
              <a:rPr lang="en-US" smtClean="0"/>
              <a:pPr>
                <a:spcAft>
                  <a:spcPts val="600"/>
                </a:spcAft>
              </a:pPr>
              <a:t>11/2/2024</a:t>
            </a:fld>
            <a:endParaRPr lang="en-US"/>
          </a:p>
        </p:txBody>
      </p:sp>
      <p:sp>
        <p:nvSpPr>
          <p:cNvPr id="5" name="Footer Placeholder 4">
            <a:extLst>
              <a:ext uri="{FF2B5EF4-FFF2-40B4-BE49-F238E27FC236}">
                <a16:creationId xmlns:a16="http://schemas.microsoft.com/office/drawing/2014/main" id="{9B29AF36-F15C-FFA0-9C04-C69CBF2F6EFD}"/>
              </a:ext>
            </a:extLst>
          </p:cNvPr>
          <p:cNvSpPr>
            <a:spLocks noGrp="1"/>
          </p:cNvSpPr>
          <p:nvPr>
            <p:ph type="ftr" sz="quarter" idx="11"/>
          </p:nvPr>
        </p:nvSpPr>
        <p:spPr/>
        <p:txBody>
          <a:bodyPr/>
          <a:lstStyle/>
          <a:p>
            <a:pPr>
              <a:spcAft>
                <a:spcPts val="600"/>
              </a:spcAft>
            </a:pPr>
            <a:r>
              <a:rPr lang="en-US"/>
              <a:t>
              </a:t>
            </a:r>
          </a:p>
        </p:txBody>
      </p:sp>
      <p:sp>
        <p:nvSpPr>
          <p:cNvPr id="6" name="Slide Number Placeholder 5" hidden="1">
            <a:extLst>
              <a:ext uri="{FF2B5EF4-FFF2-40B4-BE49-F238E27FC236}">
                <a16:creationId xmlns:a16="http://schemas.microsoft.com/office/drawing/2014/main" id="{DF991CEF-4CBD-AA45-29A2-2BF60D0420A8}"/>
              </a:ext>
            </a:extLst>
          </p:cNvPr>
          <p:cNvSpPr>
            <a:spLocks noGrp="1"/>
          </p:cNvSpPr>
          <p:nvPr>
            <p:ph type="sldNum" sz="quarter" idx="12"/>
          </p:nvPr>
        </p:nvSpPr>
        <p:spPr/>
        <p:txBody>
          <a:bodyPr/>
          <a:lstStyle/>
          <a:p>
            <a:pPr>
              <a:spcAft>
                <a:spcPts val="600"/>
              </a:spcAft>
            </a:pPr>
            <a:fld id="{017DE1FC-E54A-4B87-A814-263D1E8654B2}" type="slidenum">
              <a:rPr lang="en-US" smtClean="0"/>
              <a:pPr>
                <a:spcAft>
                  <a:spcPts val="600"/>
                </a:spcAft>
              </a:pPr>
              <a:t>6</a:t>
            </a:fld>
            <a:endParaRPr lang="en-US"/>
          </a:p>
        </p:txBody>
      </p:sp>
      <p:sp>
        <p:nvSpPr>
          <p:cNvPr id="9" name="TextBox 8">
            <a:extLst>
              <a:ext uri="{FF2B5EF4-FFF2-40B4-BE49-F238E27FC236}">
                <a16:creationId xmlns:a16="http://schemas.microsoft.com/office/drawing/2014/main" id="{D4151E40-A931-F9F6-EA98-7D4DAF79ADFA}"/>
              </a:ext>
            </a:extLst>
          </p:cNvPr>
          <p:cNvSpPr txBox="1"/>
          <p:nvPr/>
        </p:nvSpPr>
        <p:spPr>
          <a:xfrm>
            <a:off x="1002890" y="501445"/>
            <a:ext cx="1494504" cy="369332"/>
          </a:xfrm>
          <a:prstGeom prst="rect">
            <a:avLst/>
          </a:prstGeom>
          <a:noFill/>
        </p:spPr>
        <p:txBody>
          <a:bodyPr wrap="square" rtlCol="0">
            <a:spAutoFit/>
          </a:bodyPr>
          <a:lstStyle/>
          <a:p>
            <a:r>
              <a:rPr lang="en-CA" b="1">
                <a:solidFill>
                  <a:schemeClr val="bg1"/>
                </a:solidFill>
              </a:rPr>
              <a:t>Shop keep</a:t>
            </a:r>
          </a:p>
        </p:txBody>
      </p:sp>
      <p:sp>
        <p:nvSpPr>
          <p:cNvPr id="10" name="TextBox 9">
            <a:extLst>
              <a:ext uri="{FF2B5EF4-FFF2-40B4-BE49-F238E27FC236}">
                <a16:creationId xmlns:a16="http://schemas.microsoft.com/office/drawing/2014/main" id="{3922E084-B31E-6B57-CF58-3FA0EB279535}"/>
              </a:ext>
            </a:extLst>
          </p:cNvPr>
          <p:cNvSpPr txBox="1"/>
          <p:nvPr/>
        </p:nvSpPr>
        <p:spPr>
          <a:xfrm>
            <a:off x="4481051" y="337066"/>
            <a:ext cx="1494504" cy="369332"/>
          </a:xfrm>
          <a:prstGeom prst="rect">
            <a:avLst/>
          </a:prstGeom>
          <a:noFill/>
        </p:spPr>
        <p:txBody>
          <a:bodyPr wrap="square" rtlCol="0">
            <a:spAutoFit/>
          </a:bodyPr>
          <a:lstStyle/>
          <a:p>
            <a:pPr algn="ctr"/>
            <a:r>
              <a:rPr lang="en-CA" b="1">
                <a:solidFill>
                  <a:schemeClr val="bg1"/>
                </a:solidFill>
              </a:rPr>
              <a:t>prizes</a:t>
            </a:r>
          </a:p>
        </p:txBody>
      </p:sp>
      <p:sp>
        <p:nvSpPr>
          <p:cNvPr id="11" name="TextBox 10">
            <a:extLst>
              <a:ext uri="{FF2B5EF4-FFF2-40B4-BE49-F238E27FC236}">
                <a16:creationId xmlns:a16="http://schemas.microsoft.com/office/drawing/2014/main" id="{C80C2E8D-C82B-FCE5-5DFB-0F1ED8B46E9E}"/>
              </a:ext>
            </a:extLst>
          </p:cNvPr>
          <p:cNvSpPr txBox="1"/>
          <p:nvPr/>
        </p:nvSpPr>
        <p:spPr>
          <a:xfrm>
            <a:off x="7347154" y="240890"/>
            <a:ext cx="1494504" cy="369332"/>
          </a:xfrm>
          <a:prstGeom prst="rect">
            <a:avLst/>
          </a:prstGeom>
          <a:noFill/>
        </p:spPr>
        <p:txBody>
          <a:bodyPr wrap="square" rtlCol="0">
            <a:spAutoFit/>
          </a:bodyPr>
          <a:lstStyle/>
          <a:p>
            <a:pPr algn="ctr"/>
            <a:r>
              <a:rPr lang="en-CA" b="1">
                <a:solidFill>
                  <a:schemeClr val="bg1"/>
                </a:solidFill>
              </a:rPr>
              <a:t># of ticket</a:t>
            </a:r>
          </a:p>
        </p:txBody>
      </p:sp>
      <p:sp>
        <p:nvSpPr>
          <p:cNvPr id="12" name="TextBox 11">
            <a:extLst>
              <a:ext uri="{FF2B5EF4-FFF2-40B4-BE49-F238E27FC236}">
                <a16:creationId xmlns:a16="http://schemas.microsoft.com/office/drawing/2014/main" id="{8C09089E-D540-0F39-F4EE-15C075E45D5E}"/>
              </a:ext>
            </a:extLst>
          </p:cNvPr>
          <p:cNvSpPr txBox="1"/>
          <p:nvPr/>
        </p:nvSpPr>
        <p:spPr>
          <a:xfrm>
            <a:off x="9583994" y="3797241"/>
            <a:ext cx="1494504" cy="646331"/>
          </a:xfrm>
          <a:prstGeom prst="rect">
            <a:avLst/>
          </a:prstGeom>
          <a:noFill/>
        </p:spPr>
        <p:txBody>
          <a:bodyPr wrap="square" rtlCol="0">
            <a:spAutoFit/>
          </a:bodyPr>
          <a:lstStyle/>
          <a:p>
            <a:pPr algn="ctr"/>
            <a:r>
              <a:rPr lang="en-CA" b="1">
                <a:solidFill>
                  <a:schemeClr val="bg1"/>
                </a:solidFill>
              </a:rPr>
              <a:t>scroll to view more</a:t>
            </a:r>
          </a:p>
        </p:txBody>
      </p:sp>
    </p:spTree>
    <p:extLst>
      <p:ext uri="{BB962C8B-B14F-4D97-AF65-F5344CB8AC3E}">
        <p14:creationId xmlns:p14="http://schemas.microsoft.com/office/powerpoint/2010/main" val="2288340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6D13C-F1E1-ECC8-D322-A8A4CEE2D9FA}"/>
              </a:ext>
            </a:extLst>
          </p:cNvPr>
          <p:cNvSpPr>
            <a:spLocks noGrp="1"/>
          </p:cNvSpPr>
          <p:nvPr>
            <p:ph type="title"/>
          </p:nvPr>
        </p:nvSpPr>
        <p:spPr/>
        <p:txBody>
          <a:bodyPr/>
          <a:lstStyle/>
          <a:p>
            <a:r>
              <a:rPr lang="en-CA"/>
              <a:t>Prototype</a:t>
            </a:r>
          </a:p>
        </p:txBody>
      </p:sp>
      <p:sp>
        <p:nvSpPr>
          <p:cNvPr id="3" name="Content Placeholder 2">
            <a:extLst>
              <a:ext uri="{FF2B5EF4-FFF2-40B4-BE49-F238E27FC236}">
                <a16:creationId xmlns:a16="http://schemas.microsoft.com/office/drawing/2014/main" id="{109F1967-3901-F6E0-A011-0B445F0410B9}"/>
              </a:ext>
            </a:extLst>
          </p:cNvPr>
          <p:cNvSpPr>
            <a:spLocks noGrp="1"/>
          </p:cNvSpPr>
          <p:nvPr>
            <p:ph idx="1"/>
          </p:nvPr>
        </p:nvSpPr>
        <p:spPr>
          <a:xfrm>
            <a:off x="1371600" y="2114939"/>
            <a:ext cx="5914103" cy="3956179"/>
          </a:xfrm>
        </p:spPr>
        <p:txBody>
          <a:bodyPr/>
          <a:lstStyle/>
          <a:p>
            <a:r>
              <a:rPr lang="en-CA"/>
              <a:t>Godot supports User Interface</a:t>
            </a:r>
          </a:p>
          <a:p>
            <a:r>
              <a:rPr lang="en-CA"/>
              <a:t>This prototype is implemented with a separate vertical and horizontal container to populate the items in the shop.</a:t>
            </a:r>
          </a:p>
          <a:p>
            <a:r>
              <a:rPr lang="en-CA"/>
              <a:t>This will become an issue when more items are put inside the shop.</a:t>
            </a:r>
          </a:p>
          <a:p>
            <a:r>
              <a:rPr lang="en-CA"/>
              <a:t>For the final shop, we would implement more of grid box, that expands on its own depends on the number of items. </a:t>
            </a:r>
          </a:p>
        </p:txBody>
      </p:sp>
      <p:sp>
        <p:nvSpPr>
          <p:cNvPr id="4" name="Date Placeholder 3">
            <a:extLst>
              <a:ext uri="{FF2B5EF4-FFF2-40B4-BE49-F238E27FC236}">
                <a16:creationId xmlns:a16="http://schemas.microsoft.com/office/drawing/2014/main" id="{1B18DE00-B6B5-BA6C-5313-0B64D4D60A32}"/>
              </a:ext>
            </a:extLst>
          </p:cNvPr>
          <p:cNvSpPr>
            <a:spLocks noGrp="1"/>
          </p:cNvSpPr>
          <p:nvPr>
            <p:ph type="dt" sz="half" idx="10"/>
          </p:nvPr>
        </p:nvSpPr>
        <p:spPr/>
        <p:txBody>
          <a:bodyPr/>
          <a:lstStyle/>
          <a:p>
            <a:fld id="{4D5A371A-F1A1-4383-BDF6-2ECF642EEAFE}" type="datetime1">
              <a:rPr lang="en-US" smtClean="0"/>
              <a:t>11/2/2024</a:t>
            </a:fld>
            <a:endParaRPr lang="en-US"/>
          </a:p>
        </p:txBody>
      </p:sp>
      <p:sp>
        <p:nvSpPr>
          <p:cNvPr id="5" name="Footer Placeholder 4">
            <a:extLst>
              <a:ext uri="{FF2B5EF4-FFF2-40B4-BE49-F238E27FC236}">
                <a16:creationId xmlns:a16="http://schemas.microsoft.com/office/drawing/2014/main" id="{F75A8F30-8CAA-048B-6C52-3052343C04B5}"/>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AB192643-1075-49C2-1081-70D569FE2AEB}"/>
              </a:ext>
            </a:extLst>
          </p:cNvPr>
          <p:cNvSpPr>
            <a:spLocks noGrp="1"/>
          </p:cNvSpPr>
          <p:nvPr>
            <p:ph type="sldNum" sz="quarter" idx="12"/>
          </p:nvPr>
        </p:nvSpPr>
        <p:spPr/>
        <p:txBody>
          <a:bodyPr/>
          <a:lstStyle/>
          <a:p>
            <a:fld id="{017DE1FC-E54A-4B87-A814-263D1E8654B2}" type="slidenum">
              <a:rPr lang="en-US" smtClean="0"/>
              <a:t>7</a:t>
            </a:fld>
            <a:endParaRPr lang="en-US"/>
          </a:p>
        </p:txBody>
      </p:sp>
      <p:pic>
        <p:nvPicPr>
          <p:cNvPr id="8" name="Picture 7">
            <a:extLst>
              <a:ext uri="{FF2B5EF4-FFF2-40B4-BE49-F238E27FC236}">
                <a16:creationId xmlns:a16="http://schemas.microsoft.com/office/drawing/2014/main" id="{537DE850-BD2A-5D9F-2D57-424F2FF371E2}"/>
              </a:ext>
            </a:extLst>
          </p:cNvPr>
          <p:cNvPicPr>
            <a:picLocks noChangeAspect="1"/>
          </p:cNvPicPr>
          <p:nvPr/>
        </p:nvPicPr>
        <p:blipFill>
          <a:blip r:embed="rId2"/>
          <a:stretch>
            <a:fillRect/>
          </a:stretch>
        </p:blipFill>
        <p:spPr>
          <a:xfrm>
            <a:off x="8009040" y="924732"/>
            <a:ext cx="3603463" cy="4856230"/>
          </a:xfrm>
          <a:prstGeom prst="rect">
            <a:avLst/>
          </a:prstGeom>
        </p:spPr>
      </p:pic>
    </p:spTree>
    <p:extLst>
      <p:ext uri="{BB962C8B-B14F-4D97-AF65-F5344CB8AC3E}">
        <p14:creationId xmlns:p14="http://schemas.microsoft.com/office/powerpoint/2010/main" val="1949346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21126-4B85-B53D-360E-594EC9B81AE1}"/>
              </a:ext>
            </a:extLst>
          </p:cNvPr>
          <p:cNvSpPr>
            <a:spLocks noGrp="1"/>
          </p:cNvSpPr>
          <p:nvPr>
            <p:ph type="title"/>
          </p:nvPr>
        </p:nvSpPr>
        <p:spPr/>
        <p:txBody>
          <a:bodyPr/>
          <a:lstStyle/>
          <a:p>
            <a:r>
              <a:rPr lang="en-CA"/>
              <a:t>Final ticket shop</a:t>
            </a:r>
          </a:p>
        </p:txBody>
      </p:sp>
      <p:sp>
        <p:nvSpPr>
          <p:cNvPr id="3" name="Content Placeholder 2">
            <a:extLst>
              <a:ext uri="{FF2B5EF4-FFF2-40B4-BE49-F238E27FC236}">
                <a16:creationId xmlns:a16="http://schemas.microsoft.com/office/drawing/2014/main" id="{4E768E44-2617-13D7-BDFA-F7202150532E}"/>
              </a:ext>
            </a:extLst>
          </p:cNvPr>
          <p:cNvSpPr>
            <a:spLocks noGrp="1"/>
          </p:cNvSpPr>
          <p:nvPr>
            <p:ph idx="1"/>
          </p:nvPr>
        </p:nvSpPr>
        <p:spPr>
          <a:xfrm>
            <a:off x="1386682" y="2108741"/>
            <a:ext cx="5682343" cy="3956179"/>
          </a:xfrm>
        </p:spPr>
        <p:txBody>
          <a:bodyPr/>
          <a:lstStyle/>
          <a:p>
            <a:r>
              <a:rPr lang="en-CA"/>
              <a:t>Would touch more on the implementation of the Tetris game, where blocks are populated inside the 2D game grid.</a:t>
            </a:r>
          </a:p>
          <a:p>
            <a:r>
              <a:rPr lang="en-CA"/>
              <a:t>Define the shop grid with 5 columns (prizes icon in the same sizes) and a row integer that doubles when row capacity is reached.</a:t>
            </a:r>
          </a:p>
          <a:p>
            <a:r>
              <a:rPr lang="en-US"/>
              <a:t>Defining shop cells as grid slots with piece position,  create an add item node to the grid and set up the position logic.</a:t>
            </a:r>
          </a:p>
          <a:p>
            <a:endParaRPr lang="en-CA"/>
          </a:p>
          <a:p>
            <a:endParaRPr lang="en-CA"/>
          </a:p>
          <a:p>
            <a:endParaRPr lang="en-CA"/>
          </a:p>
        </p:txBody>
      </p:sp>
      <p:sp>
        <p:nvSpPr>
          <p:cNvPr id="4" name="Date Placeholder 3">
            <a:extLst>
              <a:ext uri="{FF2B5EF4-FFF2-40B4-BE49-F238E27FC236}">
                <a16:creationId xmlns:a16="http://schemas.microsoft.com/office/drawing/2014/main" id="{F2711043-CC1E-58D5-83BB-65EB027E5A06}"/>
              </a:ext>
            </a:extLst>
          </p:cNvPr>
          <p:cNvSpPr>
            <a:spLocks noGrp="1"/>
          </p:cNvSpPr>
          <p:nvPr>
            <p:ph type="dt" sz="half" idx="10"/>
          </p:nvPr>
        </p:nvSpPr>
        <p:spPr/>
        <p:txBody>
          <a:bodyPr/>
          <a:lstStyle/>
          <a:p>
            <a:fld id="{C0AD9466-858B-462D-BF11-86C6F9B38F7E}" type="datetime1">
              <a:rPr lang="en-US" smtClean="0"/>
              <a:t>11/2/2024</a:t>
            </a:fld>
            <a:endParaRPr lang="en-US"/>
          </a:p>
        </p:txBody>
      </p:sp>
      <p:sp>
        <p:nvSpPr>
          <p:cNvPr id="5" name="Footer Placeholder 4">
            <a:extLst>
              <a:ext uri="{FF2B5EF4-FFF2-40B4-BE49-F238E27FC236}">
                <a16:creationId xmlns:a16="http://schemas.microsoft.com/office/drawing/2014/main" id="{98A27031-3C83-EED9-DCF3-8BEA158ADE1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C3945F96-154C-8ABB-40C6-3019177935EB}"/>
              </a:ext>
            </a:extLst>
          </p:cNvPr>
          <p:cNvSpPr>
            <a:spLocks noGrp="1"/>
          </p:cNvSpPr>
          <p:nvPr>
            <p:ph type="sldNum" sz="quarter" idx="12"/>
          </p:nvPr>
        </p:nvSpPr>
        <p:spPr/>
        <p:txBody>
          <a:bodyPr/>
          <a:lstStyle/>
          <a:p>
            <a:fld id="{017DE1FC-E54A-4B87-A814-263D1E8654B2}" type="slidenum">
              <a:rPr lang="en-US" smtClean="0"/>
              <a:t>8</a:t>
            </a:fld>
            <a:endParaRPr lang="en-US"/>
          </a:p>
        </p:txBody>
      </p:sp>
      <p:grpSp>
        <p:nvGrpSpPr>
          <p:cNvPr id="29" name="Group 28">
            <a:extLst>
              <a:ext uri="{FF2B5EF4-FFF2-40B4-BE49-F238E27FC236}">
                <a16:creationId xmlns:a16="http://schemas.microsoft.com/office/drawing/2014/main" id="{E61E2DCA-EE31-4B1B-F530-AABAB62B9654}"/>
              </a:ext>
            </a:extLst>
          </p:cNvPr>
          <p:cNvGrpSpPr/>
          <p:nvPr/>
        </p:nvGrpSpPr>
        <p:grpSpPr>
          <a:xfrm>
            <a:off x="7353167" y="2108741"/>
            <a:ext cx="4669417" cy="3463448"/>
            <a:chOff x="7302004" y="2304154"/>
            <a:chExt cx="4310499" cy="3072315"/>
          </a:xfrm>
        </p:grpSpPr>
        <p:pic>
          <p:nvPicPr>
            <p:cNvPr id="8" name="Picture 7">
              <a:extLst>
                <a:ext uri="{FF2B5EF4-FFF2-40B4-BE49-F238E27FC236}">
                  <a16:creationId xmlns:a16="http://schemas.microsoft.com/office/drawing/2014/main" id="{B03B2F12-F418-FD55-C8B1-BA07575C3142}"/>
                </a:ext>
              </a:extLst>
            </p:cNvPr>
            <p:cNvPicPr>
              <a:picLocks noChangeAspect="1"/>
            </p:cNvPicPr>
            <p:nvPr/>
          </p:nvPicPr>
          <p:blipFill>
            <a:blip r:embed="rId2"/>
            <a:stretch>
              <a:fillRect/>
            </a:stretch>
          </p:blipFill>
          <p:spPr>
            <a:xfrm>
              <a:off x="7302004" y="2304154"/>
              <a:ext cx="4310499" cy="3072315"/>
            </a:xfrm>
            <a:prstGeom prst="rect">
              <a:avLst/>
            </a:prstGeom>
          </p:spPr>
        </p:pic>
        <p:sp>
          <p:nvSpPr>
            <p:cNvPr id="9" name="Rectangle 8">
              <a:extLst>
                <a:ext uri="{FF2B5EF4-FFF2-40B4-BE49-F238E27FC236}">
                  <a16:creationId xmlns:a16="http://schemas.microsoft.com/office/drawing/2014/main" id="{C01E6419-2C2C-4D84-15A7-14F242C10095}"/>
                </a:ext>
              </a:extLst>
            </p:cNvPr>
            <p:cNvSpPr/>
            <p:nvPr/>
          </p:nvSpPr>
          <p:spPr>
            <a:xfrm>
              <a:off x="7384775" y="2471423"/>
              <a:ext cx="641448" cy="611037"/>
            </a:xfrm>
            <a:prstGeom prst="rect">
              <a:avLst/>
            </a:prstGeom>
            <a:solidFill>
              <a:srgbClr val="363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Rectangle 9">
              <a:extLst>
                <a:ext uri="{FF2B5EF4-FFF2-40B4-BE49-F238E27FC236}">
                  <a16:creationId xmlns:a16="http://schemas.microsoft.com/office/drawing/2014/main" id="{DEFD30F7-DEFA-A4E7-91FF-53B7C29F4060}"/>
                </a:ext>
              </a:extLst>
            </p:cNvPr>
            <p:cNvSpPr/>
            <p:nvPr/>
          </p:nvSpPr>
          <p:spPr>
            <a:xfrm>
              <a:off x="8205635" y="2471422"/>
              <a:ext cx="641448" cy="611037"/>
            </a:xfrm>
            <a:prstGeom prst="rect">
              <a:avLst/>
            </a:prstGeom>
            <a:solidFill>
              <a:srgbClr val="363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Rectangle 10">
              <a:extLst>
                <a:ext uri="{FF2B5EF4-FFF2-40B4-BE49-F238E27FC236}">
                  <a16:creationId xmlns:a16="http://schemas.microsoft.com/office/drawing/2014/main" id="{737B8668-42E3-B831-E182-0FE7E9131D6E}"/>
                </a:ext>
              </a:extLst>
            </p:cNvPr>
            <p:cNvSpPr/>
            <p:nvPr/>
          </p:nvSpPr>
          <p:spPr>
            <a:xfrm>
              <a:off x="9026495" y="2471421"/>
              <a:ext cx="641448" cy="611037"/>
            </a:xfrm>
            <a:prstGeom prst="rect">
              <a:avLst/>
            </a:prstGeom>
            <a:solidFill>
              <a:srgbClr val="363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Rectangle 11">
              <a:extLst>
                <a:ext uri="{FF2B5EF4-FFF2-40B4-BE49-F238E27FC236}">
                  <a16:creationId xmlns:a16="http://schemas.microsoft.com/office/drawing/2014/main" id="{93BA2EB6-A682-5926-94A1-0A2B8C83FA88}"/>
                </a:ext>
              </a:extLst>
            </p:cNvPr>
            <p:cNvSpPr/>
            <p:nvPr/>
          </p:nvSpPr>
          <p:spPr>
            <a:xfrm>
              <a:off x="9847355" y="2471420"/>
              <a:ext cx="641448" cy="611037"/>
            </a:xfrm>
            <a:prstGeom prst="rect">
              <a:avLst/>
            </a:prstGeom>
            <a:solidFill>
              <a:srgbClr val="363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12">
              <a:extLst>
                <a:ext uri="{FF2B5EF4-FFF2-40B4-BE49-F238E27FC236}">
                  <a16:creationId xmlns:a16="http://schemas.microsoft.com/office/drawing/2014/main" id="{9DC81F01-0462-875C-9BD6-7F11EBA6C9D7}"/>
                </a:ext>
              </a:extLst>
            </p:cNvPr>
            <p:cNvSpPr/>
            <p:nvPr/>
          </p:nvSpPr>
          <p:spPr>
            <a:xfrm>
              <a:off x="10668215" y="2471419"/>
              <a:ext cx="641448" cy="611037"/>
            </a:xfrm>
            <a:prstGeom prst="rect">
              <a:avLst/>
            </a:prstGeom>
            <a:solidFill>
              <a:srgbClr val="363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Rectangle 13">
              <a:extLst>
                <a:ext uri="{FF2B5EF4-FFF2-40B4-BE49-F238E27FC236}">
                  <a16:creationId xmlns:a16="http://schemas.microsoft.com/office/drawing/2014/main" id="{6A404A31-F271-5391-FEBC-1362D55F2B59}"/>
                </a:ext>
              </a:extLst>
            </p:cNvPr>
            <p:cNvSpPr/>
            <p:nvPr/>
          </p:nvSpPr>
          <p:spPr>
            <a:xfrm>
              <a:off x="7384775" y="3249729"/>
              <a:ext cx="641448" cy="611037"/>
            </a:xfrm>
            <a:prstGeom prst="rect">
              <a:avLst/>
            </a:prstGeom>
            <a:solidFill>
              <a:srgbClr val="363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Rectangle 14">
              <a:extLst>
                <a:ext uri="{FF2B5EF4-FFF2-40B4-BE49-F238E27FC236}">
                  <a16:creationId xmlns:a16="http://schemas.microsoft.com/office/drawing/2014/main" id="{1D40F556-67C0-35AA-EACC-6E15C452EF2F}"/>
                </a:ext>
              </a:extLst>
            </p:cNvPr>
            <p:cNvSpPr/>
            <p:nvPr/>
          </p:nvSpPr>
          <p:spPr>
            <a:xfrm>
              <a:off x="8205635" y="3249729"/>
              <a:ext cx="641448" cy="611037"/>
            </a:xfrm>
            <a:prstGeom prst="rect">
              <a:avLst/>
            </a:prstGeom>
            <a:solidFill>
              <a:srgbClr val="363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Rectangle 15">
              <a:extLst>
                <a:ext uri="{FF2B5EF4-FFF2-40B4-BE49-F238E27FC236}">
                  <a16:creationId xmlns:a16="http://schemas.microsoft.com/office/drawing/2014/main" id="{C2066652-128D-ED4C-53EF-86691D5D9A15}"/>
                </a:ext>
              </a:extLst>
            </p:cNvPr>
            <p:cNvSpPr/>
            <p:nvPr/>
          </p:nvSpPr>
          <p:spPr>
            <a:xfrm>
              <a:off x="9026495" y="3249729"/>
              <a:ext cx="641448" cy="611037"/>
            </a:xfrm>
            <a:prstGeom prst="rect">
              <a:avLst/>
            </a:prstGeom>
            <a:solidFill>
              <a:srgbClr val="363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Rectangle 16">
              <a:extLst>
                <a:ext uri="{FF2B5EF4-FFF2-40B4-BE49-F238E27FC236}">
                  <a16:creationId xmlns:a16="http://schemas.microsoft.com/office/drawing/2014/main" id="{82A8FEFD-FE38-D752-551E-05B5EA773EB4}"/>
                </a:ext>
              </a:extLst>
            </p:cNvPr>
            <p:cNvSpPr/>
            <p:nvPr/>
          </p:nvSpPr>
          <p:spPr>
            <a:xfrm>
              <a:off x="9847355" y="3249729"/>
              <a:ext cx="641448" cy="611037"/>
            </a:xfrm>
            <a:prstGeom prst="rect">
              <a:avLst/>
            </a:prstGeom>
            <a:solidFill>
              <a:srgbClr val="363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Rectangle 17">
              <a:extLst>
                <a:ext uri="{FF2B5EF4-FFF2-40B4-BE49-F238E27FC236}">
                  <a16:creationId xmlns:a16="http://schemas.microsoft.com/office/drawing/2014/main" id="{9B89DA6F-CEC7-1BAB-566E-A89E6DBB0C01}"/>
                </a:ext>
              </a:extLst>
            </p:cNvPr>
            <p:cNvSpPr/>
            <p:nvPr/>
          </p:nvSpPr>
          <p:spPr>
            <a:xfrm>
              <a:off x="10668215" y="3249729"/>
              <a:ext cx="641448" cy="611037"/>
            </a:xfrm>
            <a:prstGeom prst="rect">
              <a:avLst/>
            </a:prstGeom>
            <a:solidFill>
              <a:srgbClr val="363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18">
              <a:extLst>
                <a:ext uri="{FF2B5EF4-FFF2-40B4-BE49-F238E27FC236}">
                  <a16:creationId xmlns:a16="http://schemas.microsoft.com/office/drawing/2014/main" id="{B81FAE8E-70F0-CAE9-EDDD-7785C5736239}"/>
                </a:ext>
              </a:extLst>
            </p:cNvPr>
            <p:cNvSpPr/>
            <p:nvPr/>
          </p:nvSpPr>
          <p:spPr>
            <a:xfrm>
              <a:off x="7384775" y="4071598"/>
              <a:ext cx="641448" cy="611037"/>
            </a:xfrm>
            <a:prstGeom prst="rect">
              <a:avLst/>
            </a:prstGeom>
            <a:solidFill>
              <a:srgbClr val="363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Rectangle 19">
              <a:extLst>
                <a:ext uri="{FF2B5EF4-FFF2-40B4-BE49-F238E27FC236}">
                  <a16:creationId xmlns:a16="http://schemas.microsoft.com/office/drawing/2014/main" id="{FA181DEB-1465-B3F0-5490-1DBAA09CE3A4}"/>
                </a:ext>
              </a:extLst>
            </p:cNvPr>
            <p:cNvSpPr/>
            <p:nvPr/>
          </p:nvSpPr>
          <p:spPr>
            <a:xfrm>
              <a:off x="7384775" y="4893468"/>
              <a:ext cx="641448" cy="437220"/>
            </a:xfrm>
            <a:prstGeom prst="rect">
              <a:avLst/>
            </a:prstGeom>
            <a:solidFill>
              <a:srgbClr val="363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Rectangle 20">
              <a:extLst>
                <a:ext uri="{FF2B5EF4-FFF2-40B4-BE49-F238E27FC236}">
                  <a16:creationId xmlns:a16="http://schemas.microsoft.com/office/drawing/2014/main" id="{445CFB90-2CF7-40FE-F9D3-3741B7A8FCAC}"/>
                </a:ext>
              </a:extLst>
            </p:cNvPr>
            <p:cNvSpPr/>
            <p:nvPr/>
          </p:nvSpPr>
          <p:spPr>
            <a:xfrm>
              <a:off x="8205635" y="4893468"/>
              <a:ext cx="641448" cy="437220"/>
            </a:xfrm>
            <a:prstGeom prst="rect">
              <a:avLst/>
            </a:prstGeom>
            <a:solidFill>
              <a:srgbClr val="363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Rectangle 21">
              <a:extLst>
                <a:ext uri="{FF2B5EF4-FFF2-40B4-BE49-F238E27FC236}">
                  <a16:creationId xmlns:a16="http://schemas.microsoft.com/office/drawing/2014/main" id="{856C56BD-9AFB-C52A-503F-AC767A9F0FBB}"/>
                </a:ext>
              </a:extLst>
            </p:cNvPr>
            <p:cNvSpPr/>
            <p:nvPr/>
          </p:nvSpPr>
          <p:spPr>
            <a:xfrm>
              <a:off x="9026495" y="4893468"/>
              <a:ext cx="641448" cy="437220"/>
            </a:xfrm>
            <a:prstGeom prst="rect">
              <a:avLst/>
            </a:prstGeom>
            <a:solidFill>
              <a:srgbClr val="363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Rectangle 22">
              <a:extLst>
                <a:ext uri="{FF2B5EF4-FFF2-40B4-BE49-F238E27FC236}">
                  <a16:creationId xmlns:a16="http://schemas.microsoft.com/office/drawing/2014/main" id="{261B907C-FAB5-5D3E-B20B-FFD97E4108BE}"/>
                </a:ext>
              </a:extLst>
            </p:cNvPr>
            <p:cNvSpPr/>
            <p:nvPr/>
          </p:nvSpPr>
          <p:spPr>
            <a:xfrm>
              <a:off x="9847355" y="4893468"/>
              <a:ext cx="641448" cy="437220"/>
            </a:xfrm>
            <a:prstGeom prst="rect">
              <a:avLst/>
            </a:prstGeom>
            <a:solidFill>
              <a:srgbClr val="363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Rectangle 23">
              <a:extLst>
                <a:ext uri="{FF2B5EF4-FFF2-40B4-BE49-F238E27FC236}">
                  <a16:creationId xmlns:a16="http://schemas.microsoft.com/office/drawing/2014/main" id="{C4280E53-41B0-060B-D0C4-E3411486FB66}"/>
                </a:ext>
              </a:extLst>
            </p:cNvPr>
            <p:cNvSpPr/>
            <p:nvPr/>
          </p:nvSpPr>
          <p:spPr>
            <a:xfrm>
              <a:off x="10668215" y="4893468"/>
              <a:ext cx="641448" cy="437220"/>
            </a:xfrm>
            <a:prstGeom prst="rect">
              <a:avLst/>
            </a:prstGeom>
            <a:solidFill>
              <a:srgbClr val="363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Rectangle 24">
              <a:extLst>
                <a:ext uri="{FF2B5EF4-FFF2-40B4-BE49-F238E27FC236}">
                  <a16:creationId xmlns:a16="http://schemas.microsoft.com/office/drawing/2014/main" id="{31AFB9DB-7C61-A1CA-3250-C45E664753A3}"/>
                </a:ext>
              </a:extLst>
            </p:cNvPr>
            <p:cNvSpPr/>
            <p:nvPr/>
          </p:nvSpPr>
          <p:spPr>
            <a:xfrm>
              <a:off x="8205635" y="4071597"/>
              <a:ext cx="641448" cy="611037"/>
            </a:xfrm>
            <a:prstGeom prst="rect">
              <a:avLst/>
            </a:prstGeom>
            <a:solidFill>
              <a:srgbClr val="363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Rectangle 25">
              <a:extLst>
                <a:ext uri="{FF2B5EF4-FFF2-40B4-BE49-F238E27FC236}">
                  <a16:creationId xmlns:a16="http://schemas.microsoft.com/office/drawing/2014/main" id="{66077380-8019-7F26-F226-9699DD04B29B}"/>
                </a:ext>
              </a:extLst>
            </p:cNvPr>
            <p:cNvSpPr/>
            <p:nvPr/>
          </p:nvSpPr>
          <p:spPr>
            <a:xfrm>
              <a:off x="9026495" y="4071596"/>
              <a:ext cx="641448" cy="611037"/>
            </a:xfrm>
            <a:prstGeom prst="rect">
              <a:avLst/>
            </a:prstGeom>
            <a:solidFill>
              <a:srgbClr val="363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Rectangle 26">
              <a:extLst>
                <a:ext uri="{FF2B5EF4-FFF2-40B4-BE49-F238E27FC236}">
                  <a16:creationId xmlns:a16="http://schemas.microsoft.com/office/drawing/2014/main" id="{6ADEDD99-8FA0-4EAD-8E23-DC2F8DAC7F62}"/>
                </a:ext>
              </a:extLst>
            </p:cNvPr>
            <p:cNvSpPr/>
            <p:nvPr/>
          </p:nvSpPr>
          <p:spPr>
            <a:xfrm>
              <a:off x="9847355" y="4071595"/>
              <a:ext cx="641448" cy="611037"/>
            </a:xfrm>
            <a:prstGeom prst="rect">
              <a:avLst/>
            </a:prstGeom>
            <a:solidFill>
              <a:srgbClr val="363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Rectangle 27">
              <a:extLst>
                <a:ext uri="{FF2B5EF4-FFF2-40B4-BE49-F238E27FC236}">
                  <a16:creationId xmlns:a16="http://schemas.microsoft.com/office/drawing/2014/main" id="{675E009C-5846-F5A4-5163-A6B250AB3696}"/>
                </a:ext>
              </a:extLst>
            </p:cNvPr>
            <p:cNvSpPr/>
            <p:nvPr/>
          </p:nvSpPr>
          <p:spPr>
            <a:xfrm>
              <a:off x="10668215" y="4071594"/>
              <a:ext cx="641448" cy="611037"/>
            </a:xfrm>
            <a:prstGeom prst="rect">
              <a:avLst/>
            </a:prstGeom>
            <a:solidFill>
              <a:srgbClr val="363D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Tree>
    <p:extLst>
      <p:ext uri="{BB962C8B-B14F-4D97-AF65-F5344CB8AC3E}">
        <p14:creationId xmlns:p14="http://schemas.microsoft.com/office/powerpoint/2010/main" val="3444527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71856-E14A-7C79-4D5E-FF3B3228453C}"/>
              </a:ext>
            </a:extLst>
          </p:cNvPr>
          <p:cNvSpPr>
            <a:spLocks noGrp="1"/>
          </p:cNvSpPr>
          <p:nvPr>
            <p:ph type="title"/>
          </p:nvPr>
        </p:nvSpPr>
        <p:spPr>
          <a:xfrm>
            <a:off x="1426817" y="2118297"/>
            <a:ext cx="10240903" cy="1233488"/>
          </a:xfrm>
        </p:spPr>
        <p:txBody>
          <a:bodyPr/>
          <a:lstStyle/>
          <a:p>
            <a:r>
              <a:rPr lang="en-US"/>
              <a:t>Communication Loop And Importing Arcade Games</a:t>
            </a:r>
          </a:p>
        </p:txBody>
      </p:sp>
      <p:sp>
        <p:nvSpPr>
          <p:cNvPr id="3" name="Content Placeholder 2">
            <a:extLst>
              <a:ext uri="{FF2B5EF4-FFF2-40B4-BE49-F238E27FC236}">
                <a16:creationId xmlns:a16="http://schemas.microsoft.com/office/drawing/2014/main" id="{A1362844-B19C-D4EA-9B0A-58E3255BBA4B}"/>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22330C3B-E088-EC0E-4401-08A79B37AA8B}"/>
              </a:ext>
            </a:extLst>
          </p:cNvPr>
          <p:cNvSpPr>
            <a:spLocks noGrp="1"/>
          </p:cNvSpPr>
          <p:nvPr>
            <p:ph type="dt" sz="half" idx="10"/>
          </p:nvPr>
        </p:nvSpPr>
        <p:spPr/>
        <p:txBody>
          <a:bodyPr/>
          <a:lstStyle/>
          <a:p>
            <a:fld id="{504B3C48-D862-4A42-9D00-3FCB9F8618B6}" type="datetime1">
              <a:t>02.11.2024</a:t>
            </a:fld>
            <a:endParaRPr lang="en-US"/>
          </a:p>
        </p:txBody>
      </p:sp>
      <p:sp>
        <p:nvSpPr>
          <p:cNvPr id="5" name="Footer Placeholder 4">
            <a:extLst>
              <a:ext uri="{FF2B5EF4-FFF2-40B4-BE49-F238E27FC236}">
                <a16:creationId xmlns:a16="http://schemas.microsoft.com/office/drawing/2014/main" id="{0CC3F3AD-D250-EA3E-73D1-18ABEC7F26C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E79A863-1AA9-E713-8742-674A7536E6CC}"/>
              </a:ext>
            </a:extLst>
          </p:cNvPr>
          <p:cNvSpPr>
            <a:spLocks noGrp="1"/>
          </p:cNvSpPr>
          <p:nvPr>
            <p:ph type="sldNum" sz="quarter" idx="12"/>
          </p:nvPr>
        </p:nvSpPr>
        <p:spPr/>
        <p:txBody>
          <a:bodyPr/>
          <a:lstStyle/>
          <a:p>
            <a:fld id="{017DE1FC-E54A-4B87-A814-263D1E8654B2}" type="slidenum">
              <a:rPr lang="en-US" dirty="0"/>
              <a:t>9</a:t>
            </a:fld>
            <a:endParaRPr lang="en-US"/>
          </a:p>
        </p:txBody>
      </p:sp>
    </p:spTree>
    <p:extLst>
      <p:ext uri="{BB962C8B-B14F-4D97-AF65-F5344CB8AC3E}">
        <p14:creationId xmlns:p14="http://schemas.microsoft.com/office/powerpoint/2010/main" val="3151824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470DE-674D-C0F2-E153-816E947E2155}"/>
              </a:ext>
            </a:extLst>
          </p:cNvPr>
          <p:cNvSpPr>
            <a:spLocks noGrp="1"/>
          </p:cNvSpPr>
          <p:nvPr>
            <p:ph type="title"/>
          </p:nvPr>
        </p:nvSpPr>
        <p:spPr/>
        <p:txBody>
          <a:bodyPr/>
          <a:lstStyle/>
          <a:p>
            <a:r>
              <a:rPr lang="en-US"/>
              <a:t>Importing Arcade Games</a:t>
            </a:r>
          </a:p>
        </p:txBody>
      </p:sp>
      <p:sp>
        <p:nvSpPr>
          <p:cNvPr id="3" name="Content Placeholder 2">
            <a:extLst>
              <a:ext uri="{FF2B5EF4-FFF2-40B4-BE49-F238E27FC236}">
                <a16:creationId xmlns:a16="http://schemas.microsoft.com/office/drawing/2014/main" id="{8028C200-A76E-DA4A-5FB5-5E16C5744841}"/>
              </a:ext>
            </a:extLst>
          </p:cNvPr>
          <p:cNvSpPr>
            <a:spLocks noGrp="1"/>
          </p:cNvSpPr>
          <p:nvPr>
            <p:ph idx="1"/>
          </p:nvPr>
        </p:nvSpPr>
        <p:spPr/>
        <p:txBody>
          <a:bodyPr vert="horz" lIns="0" tIns="0" rIns="0" bIns="0" rtlCol="0" anchor="t">
            <a:normAutofit/>
          </a:bodyPr>
          <a:lstStyle/>
          <a:p>
            <a:r>
              <a:rPr lang="en-US"/>
              <a:t>2 libraries both with limited functionality </a:t>
            </a:r>
            <a:r>
              <a:rPr lang="en-US" err="1"/>
              <a:t>FileAccess</a:t>
            </a:r>
            <a:r>
              <a:rPr lang="en-US"/>
              <a:t> or </a:t>
            </a:r>
            <a:r>
              <a:rPr lang="en-US" err="1"/>
              <a:t>DirAccess</a:t>
            </a:r>
            <a:endParaRPr lang="en-US"/>
          </a:p>
          <a:p>
            <a:r>
              <a:rPr lang="en-US"/>
              <a:t>2D arrays are difficult to use in </a:t>
            </a:r>
            <a:r>
              <a:rPr lang="en-US" err="1"/>
              <a:t>godot</a:t>
            </a:r>
            <a:r>
              <a:rPr lang="en-US"/>
              <a:t>, dictionaries worked better</a:t>
            </a:r>
          </a:p>
          <a:p>
            <a:r>
              <a:rPr lang="en-US" err="1"/>
              <a:t>DirAccess</a:t>
            </a:r>
            <a:r>
              <a:rPr lang="en-US"/>
              <a:t> File cleanup</a:t>
            </a:r>
          </a:p>
          <a:p>
            <a:endParaRPr lang="en-US"/>
          </a:p>
          <a:p>
            <a:endParaRPr lang="en-US"/>
          </a:p>
          <a:p>
            <a:endParaRPr lang="en-US"/>
          </a:p>
          <a:p>
            <a:endParaRPr lang="en-US"/>
          </a:p>
          <a:p>
            <a:endParaRPr lang="en-US"/>
          </a:p>
          <a:p>
            <a:endParaRPr lang="en-US"/>
          </a:p>
        </p:txBody>
      </p:sp>
      <p:sp>
        <p:nvSpPr>
          <p:cNvPr id="4" name="Date Placeholder 3">
            <a:extLst>
              <a:ext uri="{FF2B5EF4-FFF2-40B4-BE49-F238E27FC236}">
                <a16:creationId xmlns:a16="http://schemas.microsoft.com/office/drawing/2014/main" id="{71820939-50AB-92B2-4E33-CECB712BFCF2}"/>
              </a:ext>
            </a:extLst>
          </p:cNvPr>
          <p:cNvSpPr>
            <a:spLocks noGrp="1"/>
          </p:cNvSpPr>
          <p:nvPr>
            <p:ph type="dt" sz="half" idx="10"/>
          </p:nvPr>
        </p:nvSpPr>
        <p:spPr/>
        <p:txBody>
          <a:bodyPr/>
          <a:lstStyle/>
          <a:p>
            <a:fld id="{B4826CD1-9381-467A-B97A-DD72F6EB9C8E}" type="datetime1">
              <a:t>02.11.2024</a:t>
            </a:fld>
            <a:endParaRPr lang="en-US"/>
          </a:p>
        </p:txBody>
      </p:sp>
      <p:sp>
        <p:nvSpPr>
          <p:cNvPr id="5" name="Footer Placeholder 4">
            <a:extLst>
              <a:ext uri="{FF2B5EF4-FFF2-40B4-BE49-F238E27FC236}">
                <a16:creationId xmlns:a16="http://schemas.microsoft.com/office/drawing/2014/main" id="{5D394AC7-8CA7-D3FB-A083-77215CBB40E5}"/>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35D4034-0088-26D3-1C4D-BD06B32ED0D4}"/>
              </a:ext>
            </a:extLst>
          </p:cNvPr>
          <p:cNvSpPr>
            <a:spLocks noGrp="1"/>
          </p:cNvSpPr>
          <p:nvPr>
            <p:ph type="sldNum" sz="quarter" idx="12"/>
          </p:nvPr>
        </p:nvSpPr>
        <p:spPr/>
        <p:txBody>
          <a:bodyPr/>
          <a:lstStyle/>
          <a:p>
            <a:fld id="{017DE1FC-E54A-4B87-A814-263D1E8654B2}" type="slidenum">
              <a:rPr lang="en-US" dirty="0"/>
              <a:t>10</a:t>
            </a:fld>
            <a:endParaRPr lang="en-US"/>
          </a:p>
        </p:txBody>
      </p:sp>
    </p:spTree>
    <p:extLst>
      <p:ext uri="{BB962C8B-B14F-4D97-AF65-F5344CB8AC3E}">
        <p14:creationId xmlns:p14="http://schemas.microsoft.com/office/powerpoint/2010/main" val="4152933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38FEB-B632-9086-26EE-5E797D3F8743}"/>
              </a:ext>
            </a:extLst>
          </p:cNvPr>
          <p:cNvSpPr>
            <a:spLocks noGrp="1"/>
          </p:cNvSpPr>
          <p:nvPr>
            <p:ph type="title"/>
          </p:nvPr>
        </p:nvSpPr>
        <p:spPr/>
        <p:txBody>
          <a:bodyPr/>
          <a:lstStyle/>
          <a:p>
            <a:r>
              <a:rPr lang="en-US" err="1"/>
              <a:t>COmmunication</a:t>
            </a:r>
            <a:r>
              <a:rPr lang="en-US"/>
              <a:t> Loop</a:t>
            </a:r>
          </a:p>
        </p:txBody>
      </p:sp>
      <p:sp>
        <p:nvSpPr>
          <p:cNvPr id="3" name="Content Placeholder 2">
            <a:extLst>
              <a:ext uri="{FF2B5EF4-FFF2-40B4-BE49-F238E27FC236}">
                <a16:creationId xmlns:a16="http://schemas.microsoft.com/office/drawing/2014/main" id="{7170C264-BD6A-9873-4B16-4A0C999EB910}"/>
              </a:ext>
            </a:extLst>
          </p:cNvPr>
          <p:cNvSpPr>
            <a:spLocks noGrp="1"/>
          </p:cNvSpPr>
          <p:nvPr>
            <p:ph idx="1"/>
          </p:nvPr>
        </p:nvSpPr>
        <p:spPr>
          <a:xfrm>
            <a:off x="1371600" y="1606939"/>
            <a:ext cx="10240903" cy="3956179"/>
          </a:xfrm>
        </p:spPr>
        <p:txBody>
          <a:bodyPr vert="horz" lIns="0" tIns="0" rIns="0" bIns="0" rtlCol="0" anchor="t">
            <a:normAutofit/>
          </a:bodyPr>
          <a:lstStyle/>
          <a:p>
            <a:pPr marL="0" indent="0">
              <a:buNone/>
            </a:pPr>
            <a:endParaRPr lang="en-US"/>
          </a:p>
          <a:p>
            <a:r>
              <a:rPr lang="en-US"/>
              <a:t>Launches in a blocking way all on one thread</a:t>
            </a:r>
          </a:p>
          <a:p>
            <a:r>
              <a:rPr lang="en-US"/>
              <a:t>Takes time to load program</a:t>
            </a:r>
          </a:p>
          <a:p>
            <a:r>
              <a:rPr lang="en-US"/>
              <a:t>Registers all clicks while launching new program</a:t>
            </a:r>
          </a:p>
        </p:txBody>
      </p:sp>
      <p:sp>
        <p:nvSpPr>
          <p:cNvPr id="4" name="Date Placeholder 3">
            <a:extLst>
              <a:ext uri="{FF2B5EF4-FFF2-40B4-BE49-F238E27FC236}">
                <a16:creationId xmlns:a16="http://schemas.microsoft.com/office/drawing/2014/main" id="{5D97037A-7C94-0ECE-D075-0DA284E8895B}"/>
              </a:ext>
            </a:extLst>
          </p:cNvPr>
          <p:cNvSpPr>
            <a:spLocks noGrp="1"/>
          </p:cNvSpPr>
          <p:nvPr>
            <p:ph type="dt" sz="half" idx="10"/>
          </p:nvPr>
        </p:nvSpPr>
        <p:spPr/>
        <p:txBody>
          <a:bodyPr/>
          <a:lstStyle/>
          <a:p>
            <a:fld id="{4250A7A4-6211-4316-9DB6-C1837AE46561}" type="datetime1">
              <a:t>02.11.2024</a:t>
            </a:fld>
            <a:endParaRPr lang="en-US"/>
          </a:p>
        </p:txBody>
      </p:sp>
      <p:sp>
        <p:nvSpPr>
          <p:cNvPr id="5" name="Footer Placeholder 4">
            <a:extLst>
              <a:ext uri="{FF2B5EF4-FFF2-40B4-BE49-F238E27FC236}">
                <a16:creationId xmlns:a16="http://schemas.microsoft.com/office/drawing/2014/main" id="{FE111A0B-9D1F-BF91-5797-21B5D311CE88}"/>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BA89767-C4B7-6406-72C8-7A7D1A0B2A97}"/>
              </a:ext>
            </a:extLst>
          </p:cNvPr>
          <p:cNvSpPr>
            <a:spLocks noGrp="1"/>
          </p:cNvSpPr>
          <p:nvPr>
            <p:ph type="sldNum" sz="quarter" idx="12"/>
          </p:nvPr>
        </p:nvSpPr>
        <p:spPr/>
        <p:txBody>
          <a:bodyPr/>
          <a:lstStyle/>
          <a:p>
            <a:fld id="{017DE1FC-E54A-4B87-A814-263D1E8654B2}" type="slidenum">
              <a:rPr lang="en-US" dirty="0"/>
              <a:t>11</a:t>
            </a:fld>
            <a:endParaRPr lang="en-US"/>
          </a:p>
        </p:txBody>
      </p:sp>
    </p:spTree>
    <p:extLst>
      <p:ext uri="{BB962C8B-B14F-4D97-AF65-F5344CB8AC3E}">
        <p14:creationId xmlns:p14="http://schemas.microsoft.com/office/powerpoint/2010/main" val="1231946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280E7-D5F9-EF20-8FD1-A8E20E148F9E}"/>
              </a:ext>
            </a:extLst>
          </p:cNvPr>
          <p:cNvSpPr>
            <a:spLocks noGrp="1"/>
          </p:cNvSpPr>
          <p:nvPr>
            <p:ph type="title"/>
          </p:nvPr>
        </p:nvSpPr>
        <p:spPr/>
        <p:txBody>
          <a:bodyPr/>
          <a:lstStyle/>
          <a:p>
            <a:r>
              <a:rPr lang="en-US"/>
              <a:t>Arcade Layout Generation</a:t>
            </a:r>
          </a:p>
        </p:txBody>
      </p:sp>
      <p:sp>
        <p:nvSpPr>
          <p:cNvPr id="3" name="Content Placeholder 2">
            <a:extLst>
              <a:ext uri="{FF2B5EF4-FFF2-40B4-BE49-F238E27FC236}">
                <a16:creationId xmlns:a16="http://schemas.microsoft.com/office/drawing/2014/main" id="{6B32478F-96F0-158A-924A-57B1FBD34905}"/>
              </a:ext>
            </a:extLst>
          </p:cNvPr>
          <p:cNvSpPr>
            <a:spLocks noGrp="1"/>
          </p:cNvSpPr>
          <p:nvPr>
            <p:ph idx="1"/>
          </p:nvPr>
        </p:nvSpPr>
        <p:spPr/>
        <p:txBody>
          <a:bodyPr vert="horz" lIns="0" tIns="0" rIns="0" bIns="0" rtlCol="0" anchor="t">
            <a:normAutofit/>
          </a:bodyPr>
          <a:lstStyle/>
          <a:p>
            <a:pPr marL="0" indent="0">
              <a:buNone/>
            </a:pPr>
            <a:r>
              <a:rPr lang="en-US" sz="1600">
                <a:latin typeface="Consolas"/>
              </a:rPr>
              <a:t>The Arcade Layout will be generated like an array below </a:t>
            </a:r>
            <a:br>
              <a:rPr lang="en-US" sz="1600">
                <a:latin typeface="Consolas"/>
              </a:rPr>
            </a:br>
            <a:r>
              <a:rPr lang="en-US" sz="1600">
                <a:latin typeface="Consolas"/>
              </a:rPr>
              <a:t>Such generation can be modular and simply increasing the number of columns</a:t>
            </a:r>
            <a:br>
              <a:rPr lang="en-US" sz="1600">
                <a:latin typeface="Consolas"/>
              </a:rPr>
            </a:br>
            <a:r>
              <a:rPr lang="en-US" sz="1600">
                <a:latin typeface="Consolas"/>
              </a:rPr>
              <a:t>The algorithm we use is on the next slide where for each arcade box we have more column generation</a:t>
            </a:r>
          </a:p>
          <a:p>
            <a:pPr marL="0" indent="0">
              <a:buNone/>
            </a:pPr>
            <a:endParaRPr lang="en-US" sz="1600">
              <a:latin typeface="Consolas"/>
            </a:endParaRPr>
          </a:p>
          <a:p>
            <a:pPr marL="0" indent="0">
              <a:buNone/>
            </a:pPr>
            <a:r>
              <a:rPr lang="en-US" sz="1600">
                <a:latin typeface="Consolas"/>
              </a:rPr>
              <a:t>[+,+][+, ][+, ][+, ][+,+]
[ ,-][A,A][ , ][A,A][ ,+]</a:t>
            </a:r>
            <a:br>
              <a:rPr lang="en-US" sz="1600">
                <a:latin typeface="Consolas"/>
              </a:rPr>
            </a:br>
            <a:r>
              <a:rPr lang="en-US" sz="1600">
                <a:latin typeface="Consolas"/>
              </a:rPr>
              <a:t>[ ,-][ , ][ , ][ , ][ ,+]
[-,-][-, ][-, ][-, ][-,+]</a:t>
            </a:r>
            <a:endParaRPr lang="en-US" sz="1600"/>
          </a:p>
        </p:txBody>
      </p:sp>
      <p:sp>
        <p:nvSpPr>
          <p:cNvPr id="4" name="Date Placeholder 3">
            <a:extLst>
              <a:ext uri="{FF2B5EF4-FFF2-40B4-BE49-F238E27FC236}">
                <a16:creationId xmlns:a16="http://schemas.microsoft.com/office/drawing/2014/main" id="{00936A36-2774-C340-9FB6-2EDE41AE71BF}"/>
              </a:ext>
            </a:extLst>
          </p:cNvPr>
          <p:cNvSpPr>
            <a:spLocks noGrp="1"/>
          </p:cNvSpPr>
          <p:nvPr>
            <p:ph type="dt" sz="half" idx="10"/>
          </p:nvPr>
        </p:nvSpPr>
        <p:spPr/>
        <p:txBody>
          <a:bodyPr/>
          <a:lstStyle/>
          <a:p>
            <a:fld id="{9487A3EB-C1B5-4B67-B695-24BD79797652}" type="datetime1">
              <a:t>02.11.2024</a:t>
            </a:fld>
            <a:endParaRPr lang="en-US"/>
          </a:p>
        </p:txBody>
      </p:sp>
      <p:sp>
        <p:nvSpPr>
          <p:cNvPr id="5" name="Footer Placeholder 4">
            <a:extLst>
              <a:ext uri="{FF2B5EF4-FFF2-40B4-BE49-F238E27FC236}">
                <a16:creationId xmlns:a16="http://schemas.microsoft.com/office/drawing/2014/main" id="{A03D40D5-5E00-2410-FDE9-789EA164AD5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54686418-1E0C-C881-E081-5837D38B5FD6}"/>
              </a:ext>
            </a:extLst>
          </p:cNvPr>
          <p:cNvSpPr>
            <a:spLocks noGrp="1"/>
          </p:cNvSpPr>
          <p:nvPr>
            <p:ph type="sldNum" sz="quarter" idx="12"/>
          </p:nvPr>
        </p:nvSpPr>
        <p:spPr/>
        <p:txBody>
          <a:bodyPr/>
          <a:lstStyle/>
          <a:p>
            <a:fld id="{017DE1FC-E54A-4B87-A814-263D1E8654B2}" type="slidenum">
              <a:rPr lang="en-US" dirty="0"/>
              <a:t>12</a:t>
            </a:fld>
            <a:endParaRPr lang="en-US"/>
          </a:p>
        </p:txBody>
      </p:sp>
    </p:spTree>
    <p:extLst>
      <p:ext uri="{BB962C8B-B14F-4D97-AF65-F5344CB8AC3E}">
        <p14:creationId xmlns:p14="http://schemas.microsoft.com/office/powerpoint/2010/main" val="2990146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4B6AA-477D-335B-CAAA-FEDE81123B34}"/>
              </a:ext>
            </a:extLst>
          </p:cNvPr>
          <p:cNvSpPr>
            <a:spLocks noGrp="1"/>
          </p:cNvSpPr>
          <p:nvPr>
            <p:ph type="title"/>
          </p:nvPr>
        </p:nvSpPr>
        <p:spPr/>
        <p:txBody>
          <a:bodyPr/>
          <a:lstStyle/>
          <a:p>
            <a:r>
              <a:rPr lang="en-US"/>
              <a:t>Layout Generation</a:t>
            </a:r>
          </a:p>
        </p:txBody>
      </p:sp>
      <p:sp>
        <p:nvSpPr>
          <p:cNvPr id="3" name="Content Placeholder 2">
            <a:extLst>
              <a:ext uri="{FF2B5EF4-FFF2-40B4-BE49-F238E27FC236}">
                <a16:creationId xmlns:a16="http://schemas.microsoft.com/office/drawing/2014/main" id="{FF196951-5480-5766-212C-6CC6445C4934}"/>
              </a:ext>
            </a:extLst>
          </p:cNvPr>
          <p:cNvSpPr>
            <a:spLocks noGrp="1"/>
          </p:cNvSpPr>
          <p:nvPr>
            <p:ph idx="1"/>
          </p:nvPr>
        </p:nvSpPr>
        <p:spPr/>
        <p:txBody>
          <a:bodyPr vert="horz" lIns="0" tIns="0" rIns="0" bIns="0" rtlCol="0" anchor="t">
            <a:normAutofit/>
          </a:bodyPr>
          <a:lstStyle/>
          <a:p>
            <a:endParaRPr lang="en-US" sz="1100">
              <a:solidFill>
                <a:srgbClr val="6A9955"/>
              </a:solidFill>
              <a:latin typeface="Consolas"/>
            </a:endParaRPr>
          </a:p>
          <a:p>
            <a:r>
              <a:rPr lang="en-US" sz="1100">
                <a:solidFill>
                  <a:srgbClr val="6A9955"/>
                </a:solidFill>
                <a:latin typeface="Consolas"/>
              </a:rPr>
              <a:t># Calculate width based on the number of arcade machines with spacing</a:t>
            </a:r>
            <a:endParaRPr lang="en-US"/>
          </a:p>
          <a:p>
            <a:r>
              <a:rPr lang="en-US" sz="1100">
                <a:solidFill>
                  <a:srgbClr val="CCCCCC"/>
                </a:solidFill>
                <a:latin typeface="Consolas"/>
              </a:rPr>
              <a:t>    </a:t>
            </a:r>
            <a:r>
              <a:rPr lang="en-US" sz="1100">
                <a:solidFill>
                  <a:srgbClr val="9CDCFE"/>
                </a:solidFill>
                <a:latin typeface="Consolas"/>
              </a:rPr>
              <a:t>width</a:t>
            </a:r>
            <a:r>
              <a:rPr lang="en-US" sz="1100">
                <a:solidFill>
                  <a:srgbClr val="CCCCCC"/>
                </a:solidFill>
                <a:latin typeface="Consolas"/>
              </a:rPr>
              <a:t> </a:t>
            </a:r>
            <a:r>
              <a:rPr lang="en-US" sz="1100">
                <a:solidFill>
                  <a:srgbClr val="D4D4D4"/>
                </a:solidFill>
                <a:latin typeface="Consolas"/>
              </a:rPr>
              <a:t>=</a:t>
            </a:r>
            <a:r>
              <a:rPr lang="en-US" sz="1100">
                <a:solidFill>
                  <a:srgbClr val="CCCCCC"/>
                </a:solidFill>
                <a:latin typeface="Consolas"/>
              </a:rPr>
              <a:t> </a:t>
            </a:r>
            <a:r>
              <a:rPr lang="en-US" sz="1100" err="1">
                <a:solidFill>
                  <a:srgbClr val="9CDCFE"/>
                </a:solidFill>
                <a:latin typeface="Consolas"/>
              </a:rPr>
              <a:t>num_machines</a:t>
            </a:r>
            <a:r>
              <a:rPr lang="en-US" sz="1100">
                <a:solidFill>
                  <a:srgbClr val="CCCCCC"/>
                </a:solidFill>
                <a:latin typeface="Consolas"/>
              </a:rPr>
              <a:t> </a:t>
            </a:r>
            <a:r>
              <a:rPr lang="en-US" sz="1100">
                <a:solidFill>
                  <a:srgbClr val="D4D4D4"/>
                </a:solidFill>
                <a:latin typeface="Consolas"/>
              </a:rPr>
              <a:t>*</a:t>
            </a:r>
            <a:r>
              <a:rPr lang="en-US" sz="1100">
                <a:solidFill>
                  <a:srgbClr val="CCCCCC"/>
                </a:solidFill>
                <a:latin typeface="Consolas"/>
              </a:rPr>
              <a:t> </a:t>
            </a:r>
            <a:r>
              <a:rPr lang="en-US" sz="1100">
                <a:solidFill>
                  <a:srgbClr val="B5CEA8"/>
                </a:solidFill>
                <a:latin typeface="Consolas"/>
              </a:rPr>
              <a:t>2</a:t>
            </a:r>
            <a:r>
              <a:rPr lang="en-US" sz="1100">
                <a:solidFill>
                  <a:srgbClr val="CCCCCC"/>
                </a:solidFill>
                <a:latin typeface="Consolas"/>
              </a:rPr>
              <a:t> </a:t>
            </a:r>
            <a:r>
              <a:rPr lang="en-US" sz="1100">
                <a:solidFill>
                  <a:srgbClr val="D4D4D4"/>
                </a:solidFill>
                <a:latin typeface="Consolas"/>
              </a:rPr>
              <a:t>+</a:t>
            </a:r>
            <a:r>
              <a:rPr lang="en-US" sz="1100">
                <a:solidFill>
                  <a:srgbClr val="CCCCCC"/>
                </a:solidFill>
                <a:latin typeface="Consolas"/>
              </a:rPr>
              <a:t> </a:t>
            </a:r>
            <a:r>
              <a:rPr lang="en-US" sz="1100">
                <a:solidFill>
                  <a:srgbClr val="B5CEA8"/>
                </a:solidFill>
                <a:latin typeface="Consolas"/>
              </a:rPr>
              <a:t>2</a:t>
            </a:r>
            <a:endParaRPr lang="en-US"/>
          </a:p>
          <a:p>
            <a:r>
              <a:rPr lang="en-US" sz="1100">
                <a:solidFill>
                  <a:srgbClr val="CCCCCC"/>
                </a:solidFill>
                <a:latin typeface="Consolas"/>
              </a:rPr>
              <a:t>    </a:t>
            </a:r>
            <a:r>
              <a:rPr lang="en-US" sz="1100">
                <a:solidFill>
                  <a:srgbClr val="9CDCFE"/>
                </a:solidFill>
                <a:latin typeface="Consolas"/>
              </a:rPr>
              <a:t>height</a:t>
            </a:r>
            <a:r>
              <a:rPr lang="en-US" sz="1100">
                <a:solidFill>
                  <a:srgbClr val="CCCCCC"/>
                </a:solidFill>
                <a:latin typeface="Consolas"/>
              </a:rPr>
              <a:t> </a:t>
            </a:r>
            <a:r>
              <a:rPr lang="en-US" sz="1100">
                <a:solidFill>
                  <a:srgbClr val="D4D4D4"/>
                </a:solidFill>
                <a:latin typeface="Consolas"/>
              </a:rPr>
              <a:t>=</a:t>
            </a:r>
            <a:r>
              <a:rPr lang="en-US" sz="1100">
                <a:solidFill>
                  <a:srgbClr val="CCCCCC"/>
                </a:solidFill>
                <a:latin typeface="Consolas"/>
              </a:rPr>
              <a:t> </a:t>
            </a:r>
            <a:r>
              <a:rPr lang="en-US" sz="1100">
                <a:solidFill>
                  <a:srgbClr val="B5CEA8"/>
                </a:solidFill>
                <a:latin typeface="Consolas"/>
              </a:rPr>
              <a:t>5</a:t>
            </a:r>
            <a:endParaRPr lang="en-US"/>
          </a:p>
          <a:p>
            <a:r>
              <a:rPr lang="en-US" sz="1100">
                <a:solidFill>
                  <a:srgbClr val="CCCCCC"/>
                </a:solidFill>
                <a:latin typeface="Consolas"/>
              </a:rPr>
              <a:t>    </a:t>
            </a:r>
            <a:r>
              <a:rPr lang="en-US" sz="1100">
                <a:solidFill>
                  <a:srgbClr val="6A9955"/>
                </a:solidFill>
                <a:latin typeface="Consolas"/>
              </a:rPr>
              <a:t># Initialize hallway layout with empty cells with no orientation</a:t>
            </a:r>
            <a:endParaRPr lang="en-US"/>
          </a:p>
          <a:p>
            <a:r>
              <a:rPr lang="en-US" sz="1100">
                <a:solidFill>
                  <a:srgbClr val="CCCCCC"/>
                </a:solidFill>
                <a:latin typeface="Consolas"/>
              </a:rPr>
              <a:t>    </a:t>
            </a:r>
            <a:r>
              <a:rPr lang="en-US" sz="1100">
                <a:solidFill>
                  <a:srgbClr val="9CDCFE"/>
                </a:solidFill>
                <a:latin typeface="Consolas"/>
              </a:rPr>
              <a:t>hallway</a:t>
            </a:r>
            <a:r>
              <a:rPr lang="en-US" sz="1100">
                <a:solidFill>
                  <a:srgbClr val="CCCCCC"/>
                </a:solidFill>
                <a:latin typeface="Consolas"/>
              </a:rPr>
              <a:t> </a:t>
            </a:r>
            <a:r>
              <a:rPr lang="en-US" sz="1100">
                <a:solidFill>
                  <a:srgbClr val="D4D4D4"/>
                </a:solidFill>
                <a:latin typeface="Consolas"/>
              </a:rPr>
              <a:t>=</a:t>
            </a:r>
            <a:r>
              <a:rPr lang="en-US" sz="1100">
                <a:solidFill>
                  <a:srgbClr val="CCCCCC"/>
                </a:solidFill>
                <a:latin typeface="Consolas"/>
              </a:rPr>
              <a:t> [[</a:t>
            </a:r>
            <a:r>
              <a:rPr lang="en-US" sz="1100">
                <a:solidFill>
                  <a:srgbClr val="4EC9B0"/>
                </a:solidFill>
                <a:latin typeface="Consolas"/>
              </a:rPr>
              <a:t>Cell</a:t>
            </a:r>
            <a:r>
              <a:rPr lang="en-US" sz="1100">
                <a:solidFill>
                  <a:srgbClr val="CCCCCC"/>
                </a:solidFill>
                <a:latin typeface="Consolas"/>
              </a:rPr>
              <a:t>(</a:t>
            </a:r>
            <a:r>
              <a:rPr lang="en-US" sz="1100">
                <a:solidFill>
                  <a:srgbClr val="4FC1FF"/>
                </a:solidFill>
                <a:latin typeface="Consolas"/>
              </a:rPr>
              <a:t>NONE</a:t>
            </a:r>
            <a:r>
              <a:rPr lang="en-US" sz="1100">
                <a:solidFill>
                  <a:srgbClr val="CCCCCC"/>
                </a:solidFill>
                <a:latin typeface="Consolas"/>
              </a:rPr>
              <a:t>) </a:t>
            </a:r>
            <a:r>
              <a:rPr lang="en-US" sz="1100">
                <a:solidFill>
                  <a:srgbClr val="C586C0"/>
                </a:solidFill>
                <a:latin typeface="Consolas"/>
              </a:rPr>
              <a:t>for</a:t>
            </a:r>
            <a:r>
              <a:rPr lang="en-US" sz="1100">
                <a:solidFill>
                  <a:srgbClr val="CCCCCC"/>
                </a:solidFill>
                <a:latin typeface="Consolas"/>
              </a:rPr>
              <a:t> </a:t>
            </a:r>
            <a:r>
              <a:rPr lang="en-US" sz="1100">
                <a:solidFill>
                  <a:srgbClr val="9CDCFE"/>
                </a:solidFill>
                <a:latin typeface="Consolas"/>
              </a:rPr>
              <a:t>_</a:t>
            </a:r>
            <a:r>
              <a:rPr lang="en-US" sz="1100">
                <a:solidFill>
                  <a:srgbClr val="CCCCCC"/>
                </a:solidFill>
                <a:latin typeface="Consolas"/>
              </a:rPr>
              <a:t> </a:t>
            </a:r>
            <a:r>
              <a:rPr lang="en-US" sz="1100">
                <a:solidFill>
                  <a:srgbClr val="C586C0"/>
                </a:solidFill>
                <a:latin typeface="Consolas"/>
              </a:rPr>
              <a:t>in</a:t>
            </a:r>
            <a:r>
              <a:rPr lang="en-US" sz="1100">
                <a:solidFill>
                  <a:srgbClr val="CCCCCC"/>
                </a:solidFill>
                <a:latin typeface="Consolas"/>
              </a:rPr>
              <a:t> </a:t>
            </a:r>
            <a:r>
              <a:rPr lang="en-US" sz="1100">
                <a:solidFill>
                  <a:srgbClr val="4EC9B0"/>
                </a:solidFill>
                <a:latin typeface="Consolas"/>
              </a:rPr>
              <a:t>range</a:t>
            </a:r>
            <a:r>
              <a:rPr lang="en-US" sz="1100">
                <a:solidFill>
                  <a:srgbClr val="CCCCCC"/>
                </a:solidFill>
                <a:latin typeface="Consolas"/>
              </a:rPr>
              <a:t>(</a:t>
            </a:r>
            <a:r>
              <a:rPr lang="en-US" sz="1100">
                <a:solidFill>
                  <a:srgbClr val="9CDCFE"/>
                </a:solidFill>
                <a:latin typeface="Consolas"/>
              </a:rPr>
              <a:t>width</a:t>
            </a:r>
            <a:r>
              <a:rPr lang="en-US" sz="1100">
                <a:solidFill>
                  <a:srgbClr val="CCCCCC"/>
                </a:solidFill>
                <a:latin typeface="Consolas"/>
              </a:rPr>
              <a:t>)] </a:t>
            </a:r>
            <a:r>
              <a:rPr lang="en-US" sz="1100">
                <a:solidFill>
                  <a:srgbClr val="C586C0"/>
                </a:solidFill>
                <a:latin typeface="Consolas"/>
              </a:rPr>
              <a:t>for</a:t>
            </a:r>
            <a:r>
              <a:rPr lang="en-US" sz="1100">
                <a:solidFill>
                  <a:srgbClr val="CCCCCC"/>
                </a:solidFill>
                <a:latin typeface="Consolas"/>
              </a:rPr>
              <a:t> </a:t>
            </a:r>
            <a:r>
              <a:rPr lang="en-US" sz="1100">
                <a:solidFill>
                  <a:srgbClr val="9CDCFE"/>
                </a:solidFill>
                <a:latin typeface="Consolas"/>
              </a:rPr>
              <a:t>_</a:t>
            </a:r>
            <a:r>
              <a:rPr lang="en-US" sz="1100">
                <a:solidFill>
                  <a:srgbClr val="CCCCCC"/>
                </a:solidFill>
                <a:latin typeface="Consolas"/>
              </a:rPr>
              <a:t> </a:t>
            </a:r>
            <a:r>
              <a:rPr lang="en-US" sz="1100">
                <a:solidFill>
                  <a:srgbClr val="C586C0"/>
                </a:solidFill>
                <a:latin typeface="Consolas"/>
              </a:rPr>
              <a:t>in</a:t>
            </a:r>
            <a:r>
              <a:rPr lang="en-US" sz="1100">
                <a:solidFill>
                  <a:srgbClr val="CCCCCC"/>
                </a:solidFill>
                <a:latin typeface="Consolas"/>
              </a:rPr>
              <a:t> </a:t>
            </a:r>
            <a:r>
              <a:rPr lang="en-US" sz="1100">
                <a:solidFill>
                  <a:srgbClr val="4EC9B0"/>
                </a:solidFill>
                <a:latin typeface="Consolas"/>
              </a:rPr>
              <a:t>range</a:t>
            </a:r>
            <a:r>
              <a:rPr lang="en-US" sz="1100">
                <a:solidFill>
                  <a:srgbClr val="CCCCCC"/>
                </a:solidFill>
                <a:latin typeface="Consolas"/>
              </a:rPr>
              <a:t>(</a:t>
            </a:r>
            <a:r>
              <a:rPr lang="en-US" sz="1100">
                <a:solidFill>
                  <a:srgbClr val="9CDCFE"/>
                </a:solidFill>
                <a:latin typeface="Consolas"/>
              </a:rPr>
              <a:t>height</a:t>
            </a:r>
            <a:r>
              <a:rPr lang="en-US" sz="1100">
                <a:solidFill>
                  <a:srgbClr val="CCCCCC"/>
                </a:solidFill>
                <a:latin typeface="Consolas"/>
              </a:rPr>
              <a:t>)]</a:t>
            </a:r>
            <a:endParaRPr lang="en-US"/>
          </a:p>
          <a:p>
            <a:endParaRPr lang="en-US"/>
          </a:p>
          <a:p>
            <a:pPr marL="0" indent="0">
              <a:buNone/>
            </a:pPr>
            <a:r>
              <a:rPr lang="en-US"/>
              <a:t>Above is some pseudocode to generate the arcade layout</a:t>
            </a:r>
          </a:p>
        </p:txBody>
      </p:sp>
      <p:sp>
        <p:nvSpPr>
          <p:cNvPr id="4" name="Date Placeholder 3">
            <a:extLst>
              <a:ext uri="{FF2B5EF4-FFF2-40B4-BE49-F238E27FC236}">
                <a16:creationId xmlns:a16="http://schemas.microsoft.com/office/drawing/2014/main" id="{C3A50C8D-DA94-5516-0F04-BBFA7934E4B2}"/>
              </a:ext>
            </a:extLst>
          </p:cNvPr>
          <p:cNvSpPr>
            <a:spLocks noGrp="1"/>
          </p:cNvSpPr>
          <p:nvPr>
            <p:ph type="dt" sz="half" idx="10"/>
          </p:nvPr>
        </p:nvSpPr>
        <p:spPr/>
        <p:txBody>
          <a:bodyPr/>
          <a:lstStyle/>
          <a:p>
            <a:fld id="{231EE237-FD35-4445-A0C5-778BE20F3815}" type="datetime1">
              <a:rPr lang="en-US"/>
              <a:t>11/2/2024</a:t>
            </a:fld>
            <a:endParaRPr lang="en-US"/>
          </a:p>
        </p:txBody>
      </p:sp>
      <p:sp>
        <p:nvSpPr>
          <p:cNvPr id="5" name="Footer Placeholder 4">
            <a:extLst>
              <a:ext uri="{FF2B5EF4-FFF2-40B4-BE49-F238E27FC236}">
                <a16:creationId xmlns:a16="http://schemas.microsoft.com/office/drawing/2014/main" id="{B3E70C2E-C072-D0B0-ED72-A99709ED619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90EA5F86-D37A-3BF2-013F-99BA9BBCCA3F}"/>
              </a:ext>
            </a:extLst>
          </p:cNvPr>
          <p:cNvSpPr>
            <a:spLocks noGrp="1"/>
          </p:cNvSpPr>
          <p:nvPr>
            <p:ph type="sldNum" sz="quarter" idx="12"/>
          </p:nvPr>
        </p:nvSpPr>
        <p:spPr/>
        <p:txBody>
          <a:bodyPr/>
          <a:lstStyle/>
          <a:p>
            <a:fld id="{017DE1FC-E54A-4B87-A814-263D1E8654B2}" type="slidenum">
              <a:rPr lang="en-US" dirty="0"/>
              <a:t>13</a:t>
            </a:fld>
            <a:endParaRPr lang="en-US"/>
          </a:p>
        </p:txBody>
      </p:sp>
    </p:spTree>
    <p:extLst>
      <p:ext uri="{BB962C8B-B14F-4D97-AF65-F5344CB8AC3E}">
        <p14:creationId xmlns:p14="http://schemas.microsoft.com/office/powerpoint/2010/main" val="3334574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6BF2E-35E2-4C73-2DDE-3C370741021F}"/>
              </a:ext>
            </a:extLst>
          </p:cNvPr>
          <p:cNvSpPr>
            <a:spLocks noGrp="1"/>
          </p:cNvSpPr>
          <p:nvPr>
            <p:ph type="title"/>
          </p:nvPr>
        </p:nvSpPr>
        <p:spPr>
          <a:xfrm>
            <a:off x="231698" y="353227"/>
            <a:ext cx="11393195" cy="948512"/>
          </a:xfrm>
        </p:spPr>
        <p:txBody>
          <a:bodyPr/>
          <a:lstStyle/>
          <a:p>
            <a:r>
              <a:rPr lang="en-CA" sz="2800">
                <a:latin typeface="Avenir Next LT Pro Light"/>
              </a:rPr>
              <a:t>Cabinet visuals Proof of Concept: </a:t>
            </a:r>
            <a:r>
              <a:rPr lang="en-CA" sz="2000">
                <a:latin typeface="Avenir Next LT Pro Light"/>
              </a:rPr>
              <a:t>Technical Challenges</a:t>
            </a:r>
            <a:endParaRPr lang="en-US" sz="2000"/>
          </a:p>
        </p:txBody>
      </p:sp>
      <p:sp>
        <p:nvSpPr>
          <p:cNvPr id="3" name="Content Placeholder 2">
            <a:extLst>
              <a:ext uri="{FF2B5EF4-FFF2-40B4-BE49-F238E27FC236}">
                <a16:creationId xmlns:a16="http://schemas.microsoft.com/office/drawing/2014/main" id="{0A8E17D0-1996-191F-B96F-438A866AF8C8}"/>
              </a:ext>
            </a:extLst>
          </p:cNvPr>
          <p:cNvSpPr>
            <a:spLocks noGrp="1"/>
          </p:cNvSpPr>
          <p:nvPr>
            <p:ph idx="1"/>
          </p:nvPr>
        </p:nvSpPr>
        <p:spPr>
          <a:xfrm>
            <a:off x="225503" y="1390110"/>
            <a:ext cx="8634359" cy="4526130"/>
          </a:xfrm>
        </p:spPr>
        <p:txBody>
          <a:bodyPr vert="horz" lIns="0" tIns="0" rIns="0" bIns="0" rtlCol="0" anchor="t">
            <a:normAutofit lnSpcReduction="10000"/>
          </a:bodyPr>
          <a:lstStyle/>
          <a:p>
            <a:pPr marL="457200" indent="-457200">
              <a:buAutoNum type="arabicPeriod"/>
            </a:pPr>
            <a:r>
              <a:rPr lang="en-US"/>
              <a:t>Implementation of </a:t>
            </a:r>
            <a:r>
              <a:rPr lang="en-US" err="1"/>
              <a:t>VideoStreamPlayer</a:t>
            </a:r>
            <a:r>
              <a:rPr lang="en-US"/>
              <a:t> in Godot</a:t>
            </a:r>
          </a:p>
          <a:p>
            <a:pPr lvl="1"/>
            <a:r>
              <a:rPr lang="en-US" sz="1800"/>
              <a:t>Lack of built in functionality (no downscaling, video seeking, directional audio) </a:t>
            </a:r>
          </a:p>
          <a:p>
            <a:pPr marL="800100" lvl="1" indent="-342900"/>
            <a:r>
              <a:rPr lang="en-US" sz="1800"/>
              <a:t>Only supports </a:t>
            </a:r>
            <a:r>
              <a:rPr lang="en-US" sz="1800" err="1"/>
              <a:t>ogg</a:t>
            </a:r>
            <a:r>
              <a:rPr lang="en-US" sz="1800"/>
              <a:t>/</a:t>
            </a:r>
            <a:r>
              <a:rPr lang="en-US" sz="1800" err="1"/>
              <a:t>ogv</a:t>
            </a:r>
            <a:r>
              <a:rPr lang="en-US" sz="1800"/>
              <a:t> video format</a:t>
            </a:r>
          </a:p>
          <a:p>
            <a:pPr marL="457200" indent="-457200">
              <a:buAutoNum type="arabicPeriod"/>
            </a:pPr>
            <a:r>
              <a:rPr lang="en-US"/>
              <a:t>Creating a process for obtaining optimized video previews in </a:t>
            </a:r>
            <a:r>
              <a:rPr lang="en-US" err="1"/>
              <a:t>ogv</a:t>
            </a:r>
            <a:r>
              <a:rPr lang="en-US"/>
              <a:t> format.</a:t>
            </a:r>
          </a:p>
          <a:p>
            <a:pPr marL="800100" lvl="1" indent="-342900"/>
            <a:r>
              <a:rPr lang="en-US" sz="1800"/>
              <a:t>Recording in OBS in mp4 format, what are the best settings?</a:t>
            </a:r>
          </a:p>
          <a:p>
            <a:pPr marL="800100" lvl="1" indent="-342900"/>
            <a:r>
              <a:rPr lang="en-US" sz="1800"/>
              <a:t>Best methods to convert? Ideal FPS? Ideal Resolution? </a:t>
            </a:r>
          </a:p>
          <a:p>
            <a:pPr marL="800100" lvl="1" indent="-342900"/>
            <a:r>
              <a:rPr lang="en-US" sz="1800"/>
              <a:t>What is our size limit? (2mb </a:t>
            </a:r>
            <a:r>
              <a:rPr lang="en-US" sz="1800">
                <a:ea typeface="+mn-lt"/>
                <a:cs typeface="+mn-lt"/>
              </a:rPr>
              <a:t>arbitrarily) How long of a preview does that give?</a:t>
            </a:r>
          </a:p>
          <a:p>
            <a:pPr marL="342900" indent="-342900">
              <a:buAutoNum type="arabicPeriod"/>
            </a:pPr>
            <a:r>
              <a:rPr lang="en-US" sz="1800">
                <a:ea typeface="+mn-lt"/>
                <a:cs typeface="+mn-lt"/>
              </a:rPr>
              <a:t>Preview video itself: Customizable UI for flashing "Press Start!" Or "Insert Coin!" </a:t>
            </a:r>
          </a:p>
          <a:p>
            <a:pPr marL="342900" indent="-342900">
              <a:buAutoNum type="arabicPeriod"/>
            </a:pPr>
            <a:r>
              <a:rPr lang="en-US" sz="1800">
                <a:ea typeface="+mn-lt"/>
                <a:cs typeface="+mn-lt"/>
              </a:rPr>
              <a:t>Need a cabinet to put the preview on! (solidifies aspect ratio and scale)</a:t>
            </a:r>
          </a:p>
        </p:txBody>
      </p:sp>
      <p:sp>
        <p:nvSpPr>
          <p:cNvPr id="4" name="Date Placeholder 3">
            <a:extLst>
              <a:ext uri="{FF2B5EF4-FFF2-40B4-BE49-F238E27FC236}">
                <a16:creationId xmlns:a16="http://schemas.microsoft.com/office/drawing/2014/main" id="{6081D140-4596-D313-5445-167720DC3D8A}"/>
              </a:ext>
            </a:extLst>
          </p:cNvPr>
          <p:cNvSpPr>
            <a:spLocks noGrp="1"/>
          </p:cNvSpPr>
          <p:nvPr>
            <p:ph type="dt" sz="half" idx="10"/>
          </p:nvPr>
        </p:nvSpPr>
        <p:spPr/>
        <p:txBody>
          <a:bodyPr/>
          <a:lstStyle/>
          <a:p>
            <a:fld id="{DB599DB5-3E52-4323-B004-9D4A7AD137DD}" type="datetime1">
              <a:rPr lang="en-US"/>
              <a:t>11/2/2024</a:t>
            </a:fld>
            <a:endParaRPr lang="en-US"/>
          </a:p>
        </p:txBody>
      </p:sp>
      <p:sp>
        <p:nvSpPr>
          <p:cNvPr id="5" name="Footer Placeholder 4">
            <a:extLst>
              <a:ext uri="{FF2B5EF4-FFF2-40B4-BE49-F238E27FC236}">
                <a16:creationId xmlns:a16="http://schemas.microsoft.com/office/drawing/2014/main" id="{54017F02-478D-D616-D876-3C27214D4D8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1674CA8-C03D-05BE-A836-C725B88DDE50}"/>
              </a:ext>
            </a:extLst>
          </p:cNvPr>
          <p:cNvSpPr>
            <a:spLocks noGrp="1"/>
          </p:cNvSpPr>
          <p:nvPr>
            <p:ph type="sldNum" sz="quarter" idx="12"/>
          </p:nvPr>
        </p:nvSpPr>
        <p:spPr/>
        <p:txBody>
          <a:bodyPr/>
          <a:lstStyle/>
          <a:p>
            <a:fld id="{017DE1FC-E54A-4B87-A814-263D1E8654B2}" type="slidenum">
              <a:rPr lang="en-US" dirty="0"/>
              <a:t>14</a:t>
            </a:fld>
            <a:endParaRPr lang="en-US"/>
          </a:p>
        </p:txBody>
      </p:sp>
      <p:pic>
        <p:nvPicPr>
          <p:cNvPr id="7" name="Picture 6" descr="A screenshot of a video game&#10;&#10;Description automatically generated">
            <a:extLst>
              <a:ext uri="{FF2B5EF4-FFF2-40B4-BE49-F238E27FC236}">
                <a16:creationId xmlns:a16="http://schemas.microsoft.com/office/drawing/2014/main" id="{B5FF26EE-5491-BAD1-B75A-49258281D661}"/>
              </a:ext>
            </a:extLst>
          </p:cNvPr>
          <p:cNvPicPr>
            <a:picLocks noChangeAspect="1"/>
          </p:cNvPicPr>
          <p:nvPr/>
        </p:nvPicPr>
        <p:blipFill>
          <a:blip r:embed="rId2"/>
          <a:srcRect t="9022" r="210" b="251"/>
          <a:stretch/>
        </p:blipFill>
        <p:spPr>
          <a:xfrm>
            <a:off x="8860739" y="3431702"/>
            <a:ext cx="3250693" cy="2480179"/>
          </a:xfrm>
          <a:prstGeom prst="rect">
            <a:avLst/>
          </a:prstGeom>
        </p:spPr>
      </p:pic>
    </p:spTree>
    <p:extLst>
      <p:ext uri="{BB962C8B-B14F-4D97-AF65-F5344CB8AC3E}">
        <p14:creationId xmlns:p14="http://schemas.microsoft.com/office/powerpoint/2010/main" val="189819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3F341-06C3-BADD-ADC8-70C4987A498B}"/>
              </a:ext>
            </a:extLst>
          </p:cNvPr>
          <p:cNvSpPr>
            <a:spLocks noGrp="1"/>
          </p:cNvSpPr>
          <p:nvPr>
            <p:ph type="title"/>
          </p:nvPr>
        </p:nvSpPr>
        <p:spPr>
          <a:xfrm>
            <a:off x="235382" y="450339"/>
            <a:ext cx="11120610" cy="638757"/>
          </a:xfrm>
        </p:spPr>
        <p:txBody>
          <a:bodyPr vert="horz" lIns="0" tIns="0" rIns="0" bIns="0" rtlCol="0" anchor="b">
            <a:noAutofit/>
          </a:bodyPr>
          <a:lstStyle/>
          <a:p>
            <a:r>
              <a:rPr lang="en-CA" sz="2800">
                <a:latin typeface="Avenir Next LT Pro Light"/>
              </a:rPr>
              <a:t>Cabinet visuals Proof of Concept:</a:t>
            </a:r>
            <a:br>
              <a:rPr lang="en-CA" sz="2800">
                <a:latin typeface="Avenir Next LT Pro Light"/>
              </a:rPr>
            </a:br>
            <a:r>
              <a:rPr lang="en-CA" sz="2000">
                <a:latin typeface="Avenir Next LT Pro Light"/>
              </a:rPr>
              <a:t>Cabinet Model</a:t>
            </a:r>
            <a:endParaRPr lang="en-CA" sz="2800">
              <a:latin typeface="Avenir Next LT Pro Light"/>
            </a:endParaRPr>
          </a:p>
        </p:txBody>
      </p:sp>
      <p:sp>
        <p:nvSpPr>
          <p:cNvPr id="3" name="Content Placeholder 2">
            <a:extLst>
              <a:ext uri="{FF2B5EF4-FFF2-40B4-BE49-F238E27FC236}">
                <a16:creationId xmlns:a16="http://schemas.microsoft.com/office/drawing/2014/main" id="{74D7709E-4D9A-A6A9-0C83-D937E647FC10}"/>
              </a:ext>
            </a:extLst>
          </p:cNvPr>
          <p:cNvSpPr>
            <a:spLocks noGrp="1"/>
          </p:cNvSpPr>
          <p:nvPr>
            <p:ph idx="1"/>
          </p:nvPr>
        </p:nvSpPr>
        <p:spPr>
          <a:xfrm>
            <a:off x="237893" y="1315768"/>
            <a:ext cx="11919780" cy="3956179"/>
          </a:xfrm>
        </p:spPr>
        <p:txBody>
          <a:bodyPr vert="horz" lIns="0" tIns="0" rIns="0" bIns="0" rtlCol="0" anchor="t">
            <a:normAutofit/>
          </a:bodyPr>
          <a:lstStyle/>
          <a:p>
            <a:pPr marL="342900" indent="-342900">
              <a:buFont typeface="Arial"/>
              <a:buChar char="•"/>
            </a:pPr>
            <a:r>
              <a:rPr lang="en-CA"/>
              <a:t>Started by searching for low poly arcade cabinets asset w/ UV maps.</a:t>
            </a:r>
            <a:endParaRPr lang="en-US"/>
          </a:p>
          <a:p>
            <a:pPr marL="800100" lvl="1">
              <a:buFont typeface="Courier New"/>
              <a:buChar char="o"/>
            </a:pPr>
            <a:r>
              <a:rPr lang="en-CA" b="1"/>
              <a:t>Solidifies what aspect ratio and scale I made video previews in. (4:3  - 340x255p)</a:t>
            </a:r>
          </a:p>
          <a:p>
            <a:pPr marL="342900" indent="-342900">
              <a:buFont typeface="Arial"/>
              <a:buChar char="•"/>
            </a:pPr>
            <a:r>
              <a:rPr lang="en-CA"/>
              <a:t>Found free pack on Itch.io by </a:t>
            </a:r>
            <a:r>
              <a:rPr lang="en-CA" err="1"/>
              <a:t>aurynsky</a:t>
            </a:r>
            <a:r>
              <a:rPr lang="en-CA"/>
              <a:t> called </a:t>
            </a:r>
            <a:r>
              <a:rPr lang="en-CA" sz="1800"/>
              <a:t>"Arcade Machines </a:t>
            </a:r>
            <a:r>
              <a:rPr lang="en-CA" sz="1800" err="1"/>
              <a:t>Lowpoly</a:t>
            </a:r>
            <a:r>
              <a:rPr lang="en-CA" sz="1800"/>
              <a:t> 3D Assets" that fit requirements</a:t>
            </a:r>
          </a:p>
          <a:p>
            <a:pPr marL="800100" lvl="1" indent="-342900">
              <a:buFont typeface="Courier New"/>
              <a:buChar char="o"/>
            </a:pPr>
            <a:r>
              <a:rPr lang="en-CA" sz="1800"/>
              <a:t>Easily modifiable UV template.</a:t>
            </a:r>
          </a:p>
          <a:p>
            <a:pPr marL="800100" lvl="1" indent="-342900">
              <a:buFont typeface="Courier New"/>
              <a:buChar char="o"/>
            </a:pPr>
            <a:r>
              <a:rPr lang="en-CA" sz="1800"/>
              <a:t>Low poly</a:t>
            </a:r>
          </a:p>
          <a:p>
            <a:pPr marL="800100" lvl="1" indent="-342900">
              <a:buFont typeface="Courier New"/>
              <a:buChar char="o"/>
            </a:pPr>
            <a:r>
              <a:rPr lang="en-CA" sz="1800"/>
              <a:t>Bonus: has separate buttons, coin inserts and panels in pack</a:t>
            </a:r>
          </a:p>
          <a:p>
            <a:pPr marL="342900" indent="-342900">
              <a:buFont typeface="Arial"/>
              <a:buChar char="•"/>
            </a:pPr>
            <a:endParaRPr lang="en-CA"/>
          </a:p>
          <a:p>
            <a:pPr marL="0" indent="0">
              <a:buNone/>
            </a:pPr>
            <a:endParaRPr lang="en-CA"/>
          </a:p>
          <a:p>
            <a:pPr marL="0" indent="0">
              <a:buNone/>
            </a:pPr>
            <a:endParaRPr lang="en-CA"/>
          </a:p>
          <a:p>
            <a:pPr marL="800100" lvl="1">
              <a:buFont typeface="Courier New"/>
              <a:buChar char="o"/>
            </a:pPr>
            <a:endParaRPr lang="en-CA"/>
          </a:p>
        </p:txBody>
      </p:sp>
      <p:pic>
        <p:nvPicPr>
          <p:cNvPr id="4" name="Picture 3" descr="A blue box with squares and rectangles&#10;&#10;Description automatically generated">
            <a:extLst>
              <a:ext uri="{FF2B5EF4-FFF2-40B4-BE49-F238E27FC236}">
                <a16:creationId xmlns:a16="http://schemas.microsoft.com/office/drawing/2014/main" id="{90FB56B2-BE50-E424-88CA-095A86ABF1AD}"/>
              </a:ext>
            </a:extLst>
          </p:cNvPr>
          <p:cNvPicPr>
            <a:picLocks noChangeAspect="1"/>
          </p:cNvPicPr>
          <p:nvPr/>
        </p:nvPicPr>
        <p:blipFill>
          <a:blip r:embed="rId2"/>
          <a:stretch>
            <a:fillRect/>
          </a:stretch>
        </p:blipFill>
        <p:spPr>
          <a:xfrm>
            <a:off x="8277850" y="2607318"/>
            <a:ext cx="3692370" cy="3715843"/>
          </a:xfrm>
          <a:prstGeom prst="rect">
            <a:avLst/>
          </a:prstGeom>
        </p:spPr>
      </p:pic>
      <p:pic>
        <p:nvPicPr>
          <p:cNvPr id="5" name="Picture 4" descr="A video game of a video game&#10;&#10;Description automatically generated">
            <a:extLst>
              <a:ext uri="{FF2B5EF4-FFF2-40B4-BE49-F238E27FC236}">
                <a16:creationId xmlns:a16="http://schemas.microsoft.com/office/drawing/2014/main" id="{7F3F16F6-D1E2-BDEA-F2BB-A913CC2B2BA0}"/>
              </a:ext>
            </a:extLst>
          </p:cNvPr>
          <p:cNvPicPr>
            <a:picLocks noChangeAspect="1"/>
          </p:cNvPicPr>
          <p:nvPr/>
        </p:nvPicPr>
        <p:blipFill>
          <a:blip r:embed="rId3"/>
          <a:srcRect l="24593" t="15385" r="43293"/>
          <a:stretch/>
        </p:blipFill>
        <p:spPr>
          <a:xfrm>
            <a:off x="5569528" y="2607319"/>
            <a:ext cx="2601884" cy="3715842"/>
          </a:xfrm>
          <a:prstGeom prst="rect">
            <a:avLst/>
          </a:prstGeom>
        </p:spPr>
      </p:pic>
    </p:spTree>
    <p:extLst>
      <p:ext uri="{BB962C8B-B14F-4D97-AF65-F5344CB8AC3E}">
        <p14:creationId xmlns:p14="http://schemas.microsoft.com/office/powerpoint/2010/main" val="452470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3F341-06C3-BADD-ADC8-70C4987A498B}"/>
              </a:ext>
            </a:extLst>
          </p:cNvPr>
          <p:cNvSpPr>
            <a:spLocks noGrp="1"/>
          </p:cNvSpPr>
          <p:nvPr>
            <p:ph type="title"/>
          </p:nvPr>
        </p:nvSpPr>
        <p:spPr>
          <a:xfrm>
            <a:off x="235382" y="450339"/>
            <a:ext cx="11120610" cy="638757"/>
          </a:xfrm>
        </p:spPr>
        <p:txBody>
          <a:bodyPr vert="horz" lIns="0" tIns="0" rIns="0" bIns="0" rtlCol="0" anchor="b">
            <a:noAutofit/>
          </a:bodyPr>
          <a:lstStyle/>
          <a:p>
            <a:r>
              <a:rPr lang="en-CA" sz="2800">
                <a:latin typeface="Avenir Next LT Pro Light"/>
              </a:rPr>
              <a:t>Cabinet visuals Proof of Concept:</a:t>
            </a:r>
            <a:br>
              <a:rPr lang="en-CA" sz="2800">
                <a:latin typeface="Avenir Next LT Pro Light"/>
              </a:rPr>
            </a:br>
            <a:r>
              <a:rPr lang="en-CA" sz="2000">
                <a:latin typeface="Avenir Next LT Pro Light"/>
              </a:rPr>
              <a:t>Recording/Conversion Process</a:t>
            </a:r>
            <a:endParaRPr lang="en-CA" sz="2800">
              <a:latin typeface="Avenir Next LT Pro Light"/>
            </a:endParaRPr>
          </a:p>
        </p:txBody>
      </p:sp>
      <p:sp>
        <p:nvSpPr>
          <p:cNvPr id="3" name="Content Placeholder 2">
            <a:extLst>
              <a:ext uri="{FF2B5EF4-FFF2-40B4-BE49-F238E27FC236}">
                <a16:creationId xmlns:a16="http://schemas.microsoft.com/office/drawing/2014/main" id="{74D7709E-4D9A-A6A9-0C83-D937E647FC10}"/>
              </a:ext>
            </a:extLst>
          </p:cNvPr>
          <p:cNvSpPr>
            <a:spLocks noGrp="1"/>
          </p:cNvSpPr>
          <p:nvPr>
            <p:ph idx="1"/>
          </p:nvPr>
        </p:nvSpPr>
        <p:spPr>
          <a:xfrm>
            <a:off x="237893" y="1160890"/>
            <a:ext cx="11956950" cy="5071300"/>
          </a:xfrm>
        </p:spPr>
        <p:txBody>
          <a:bodyPr vert="horz" lIns="0" tIns="0" rIns="0" bIns="0" rtlCol="0" anchor="t">
            <a:normAutofit/>
          </a:bodyPr>
          <a:lstStyle/>
          <a:p>
            <a:pPr marL="342900" indent="-342900"/>
            <a:r>
              <a:rPr lang="en-CA"/>
              <a:t>Godot project settings -&gt; Display -&gt; Window: select 4:3 ratio (340x255 in my case).</a:t>
            </a:r>
            <a:endParaRPr lang="en-US"/>
          </a:p>
          <a:p>
            <a:pPr marL="457200" indent="-457200"/>
            <a:r>
              <a:rPr lang="en-CA"/>
              <a:t>Make sure Godot is running at a high physics ticks per Second (and FPS) to reduce blur.</a:t>
            </a:r>
          </a:p>
          <a:p>
            <a:pPr marL="457200" indent="-457200"/>
            <a:r>
              <a:rPr lang="en-CA"/>
              <a:t>Recording in OBS: (10-15fps, same ratio) exporting as mp4 format.</a:t>
            </a:r>
          </a:p>
          <a:p>
            <a:pPr marL="342900" indent="-342900"/>
            <a:r>
              <a:rPr lang="en-CA"/>
              <a:t>Converting mp4 to </a:t>
            </a:r>
            <a:r>
              <a:rPr lang="en-CA" err="1"/>
              <a:t>ogg</a:t>
            </a:r>
            <a:r>
              <a:rPr lang="en-CA"/>
              <a:t> file format in VLC, (340x255, x2 scale, 800bitrate,10fps)</a:t>
            </a:r>
          </a:p>
          <a:p>
            <a:pPr marL="0" indent="0">
              <a:buNone/>
            </a:pPr>
            <a:r>
              <a:rPr lang="en-CA" b="1" err="1"/>
              <a:t>VideoStreamPlayer</a:t>
            </a:r>
            <a:r>
              <a:rPr lang="en-CA" b="1"/>
              <a:t> Implementation:</a:t>
            </a:r>
          </a:p>
          <a:p>
            <a:pPr marL="285750" indent="-285750">
              <a:lnSpc>
                <a:spcPct val="100000"/>
              </a:lnSpc>
              <a:spcBef>
                <a:spcPts val="0"/>
              </a:spcBef>
            </a:pPr>
            <a:r>
              <a:rPr lang="en-US" sz="1800" err="1"/>
              <a:t>VideoStreamPlayer</a:t>
            </a:r>
            <a:r>
              <a:rPr lang="en-US" sz="1800"/>
              <a:t> relatively simple to implement, casts viewport onto a flat plane mesh.</a:t>
            </a:r>
          </a:p>
          <a:p>
            <a:pPr marL="742950" lvl="1" indent="-285750">
              <a:lnSpc>
                <a:spcPct val="100000"/>
              </a:lnSpc>
              <a:spcBef>
                <a:spcPts val="0"/>
              </a:spcBef>
              <a:buFont typeface="Courier New,monospace" panose="020B0604020202020204" pitchFamily="34" charset="0"/>
              <a:buChar char="o"/>
            </a:pPr>
            <a:r>
              <a:rPr lang="en-US" sz="1800"/>
              <a:t>With this setup, can play any </a:t>
            </a:r>
            <a:r>
              <a:rPr lang="en-US" sz="1800" err="1"/>
              <a:t>ogg</a:t>
            </a:r>
            <a:r>
              <a:rPr lang="en-US" sz="1800"/>
              <a:t>/</a:t>
            </a:r>
            <a:r>
              <a:rPr lang="en-US" sz="1800" err="1"/>
              <a:t>ogv</a:t>
            </a:r>
            <a:r>
              <a:rPr lang="en-US" sz="1800"/>
              <a:t> video given to </a:t>
            </a:r>
            <a:r>
              <a:rPr lang="en-US" sz="1800" err="1"/>
              <a:t>VideoStreamPlayer</a:t>
            </a:r>
            <a:r>
              <a:rPr lang="en-US" sz="1800"/>
              <a:t>.</a:t>
            </a:r>
            <a:endParaRPr lang="en-CA"/>
          </a:p>
          <a:p>
            <a:pPr marL="457200" lvl="1" indent="0">
              <a:lnSpc>
                <a:spcPct val="100000"/>
              </a:lnSpc>
              <a:spcBef>
                <a:spcPts val="0"/>
              </a:spcBef>
              <a:buNone/>
            </a:pPr>
            <a:endParaRPr lang="en-US" sz="1800"/>
          </a:p>
          <a:p>
            <a:pPr marL="285750" indent="-342900">
              <a:lnSpc>
                <a:spcPct val="100000"/>
              </a:lnSpc>
              <a:spcBef>
                <a:spcPts val="0"/>
              </a:spcBef>
            </a:pPr>
            <a:r>
              <a:rPr lang="en-US" sz="1800"/>
              <a:t>However, audio played from the </a:t>
            </a:r>
            <a:r>
              <a:rPr lang="en-US" sz="1800" err="1"/>
              <a:t>VideoStreamPlayer</a:t>
            </a:r>
            <a:r>
              <a:rPr lang="en-US" sz="1800"/>
              <a:t> node plays globally</a:t>
            </a:r>
          </a:p>
          <a:p>
            <a:pPr marL="742950" lvl="1" indent="-285750">
              <a:lnSpc>
                <a:spcPct val="100000"/>
              </a:lnSpc>
              <a:spcBef>
                <a:spcPts val="0"/>
              </a:spcBef>
              <a:buFont typeface="Courier New" panose="020B0604020202020204" pitchFamily="34" charset="0"/>
              <a:buChar char="o"/>
            </a:pPr>
            <a:r>
              <a:rPr lang="en-US" sz="1800"/>
              <a:t>Need to create a function that controls volume based on player location and cabinet location</a:t>
            </a:r>
          </a:p>
          <a:p>
            <a:pPr marL="742950" lvl="1" indent="-285750">
              <a:lnSpc>
                <a:spcPct val="100000"/>
              </a:lnSpc>
              <a:spcBef>
                <a:spcPts val="0"/>
              </a:spcBef>
              <a:buFont typeface="Courier New" panose="020B0604020202020204" pitchFamily="34" charset="0"/>
              <a:buChar char="o"/>
            </a:pPr>
            <a:r>
              <a:rPr lang="en-US" sz="1800"/>
              <a:t>Functions measurement can also then be used for shutting off/pausing videos</a:t>
            </a:r>
          </a:p>
          <a:p>
            <a:pPr marL="285750" indent="-342900">
              <a:lnSpc>
                <a:spcPct val="100000"/>
              </a:lnSpc>
              <a:spcBef>
                <a:spcPts val="0"/>
              </a:spcBef>
            </a:pPr>
            <a:endParaRPr lang="en-US" sz="1800"/>
          </a:p>
          <a:p>
            <a:pPr marL="0" indent="0">
              <a:buNone/>
            </a:pPr>
            <a:endParaRPr lang="en-CA"/>
          </a:p>
          <a:p>
            <a:pPr marL="800100" lvl="1">
              <a:buFont typeface="Courier New"/>
              <a:buChar char="o"/>
            </a:pPr>
            <a:endParaRPr lang="en-CA"/>
          </a:p>
        </p:txBody>
      </p:sp>
    </p:spTree>
    <p:extLst>
      <p:ext uri="{BB962C8B-B14F-4D97-AF65-F5344CB8AC3E}">
        <p14:creationId xmlns:p14="http://schemas.microsoft.com/office/powerpoint/2010/main" val="34859874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3F341-06C3-BADD-ADC8-70C4987A498B}"/>
              </a:ext>
            </a:extLst>
          </p:cNvPr>
          <p:cNvSpPr>
            <a:spLocks noGrp="1"/>
          </p:cNvSpPr>
          <p:nvPr>
            <p:ph type="title"/>
          </p:nvPr>
        </p:nvSpPr>
        <p:spPr>
          <a:xfrm>
            <a:off x="235382" y="450339"/>
            <a:ext cx="11120610" cy="638757"/>
          </a:xfrm>
        </p:spPr>
        <p:txBody>
          <a:bodyPr vert="horz" lIns="0" tIns="0" rIns="0" bIns="0" rtlCol="0" anchor="b">
            <a:noAutofit/>
          </a:bodyPr>
          <a:lstStyle/>
          <a:p>
            <a:r>
              <a:rPr lang="en-CA" sz="2800">
                <a:latin typeface="Avenir Next LT Pro Light"/>
              </a:rPr>
              <a:t>Cabinet visuals Proof of Concept:</a:t>
            </a:r>
            <a:br>
              <a:rPr lang="en-CA" sz="2800">
                <a:latin typeface="Avenir Next LT Pro Light"/>
              </a:rPr>
            </a:br>
            <a:r>
              <a:rPr lang="en-CA" sz="2400" err="1">
                <a:latin typeface="Avenir Next LT Pro Light"/>
              </a:rPr>
              <a:t>VIdeoStreamPlayer</a:t>
            </a:r>
            <a:r>
              <a:rPr lang="en-CA" sz="2400">
                <a:latin typeface="Avenir Next LT Pro Light"/>
              </a:rPr>
              <a:t> Initial Testing</a:t>
            </a:r>
          </a:p>
        </p:txBody>
      </p:sp>
      <p:sp>
        <p:nvSpPr>
          <p:cNvPr id="3" name="Content Placeholder 2">
            <a:extLst>
              <a:ext uri="{FF2B5EF4-FFF2-40B4-BE49-F238E27FC236}">
                <a16:creationId xmlns:a16="http://schemas.microsoft.com/office/drawing/2014/main" id="{74D7709E-4D9A-A6A9-0C83-D937E647FC10}"/>
              </a:ext>
            </a:extLst>
          </p:cNvPr>
          <p:cNvSpPr>
            <a:spLocks noGrp="1"/>
          </p:cNvSpPr>
          <p:nvPr>
            <p:ph idx="1"/>
          </p:nvPr>
        </p:nvSpPr>
        <p:spPr>
          <a:xfrm>
            <a:off x="237893" y="1315768"/>
            <a:ext cx="11919780" cy="3956179"/>
          </a:xfrm>
        </p:spPr>
        <p:txBody>
          <a:bodyPr vert="horz" lIns="0" tIns="0" rIns="0" bIns="0" rtlCol="0" anchor="t">
            <a:normAutofit/>
          </a:bodyPr>
          <a:lstStyle/>
          <a:p>
            <a:pPr marL="457200" indent="-457200">
              <a:buAutoNum type="arabicPeriod"/>
            </a:pPr>
            <a:endParaRPr lang="en-CA"/>
          </a:p>
          <a:p>
            <a:pPr marL="0" indent="0">
              <a:buNone/>
            </a:pPr>
            <a:endParaRPr lang="en-CA"/>
          </a:p>
          <a:p>
            <a:pPr marL="0" indent="0">
              <a:buNone/>
            </a:pPr>
            <a:endParaRPr lang="en-CA"/>
          </a:p>
          <a:p>
            <a:pPr marL="800100" lvl="1">
              <a:buFont typeface="Courier New"/>
              <a:buChar char="o"/>
            </a:pPr>
            <a:endParaRPr lang="en-CA"/>
          </a:p>
        </p:txBody>
      </p:sp>
      <p:sp>
        <p:nvSpPr>
          <p:cNvPr id="5" name="TextBox 4">
            <a:extLst>
              <a:ext uri="{FF2B5EF4-FFF2-40B4-BE49-F238E27FC236}">
                <a16:creationId xmlns:a16="http://schemas.microsoft.com/office/drawing/2014/main" id="{5AC22E56-CADA-EFE7-1BF0-CD69FF775780}"/>
              </a:ext>
            </a:extLst>
          </p:cNvPr>
          <p:cNvSpPr txBox="1"/>
          <p:nvPr/>
        </p:nvSpPr>
        <p:spPr>
          <a:xfrm>
            <a:off x="117204" y="1088666"/>
            <a:ext cx="539797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To verify the validity of this implementation, basic testing was done.</a:t>
            </a:r>
          </a:p>
          <a:p>
            <a:pPr marL="285750" indent="-285750">
              <a:buFont typeface="Arial"/>
              <a:buChar char="•"/>
            </a:pPr>
            <a:endParaRPr lang="en-US"/>
          </a:p>
          <a:p>
            <a:pPr marL="285750" indent="-285750">
              <a:buFont typeface="Arial"/>
              <a:buChar char="•"/>
            </a:pPr>
            <a:r>
              <a:rPr lang="en-US"/>
              <a:t>Performance seems okay at a glance...</a:t>
            </a:r>
          </a:p>
          <a:p>
            <a:pPr marL="285750" indent="-285750">
              <a:buFont typeface="Arial"/>
              <a:buChar char="•"/>
            </a:pPr>
            <a:endParaRPr lang="en-US"/>
          </a:p>
        </p:txBody>
      </p:sp>
      <p:pic>
        <p:nvPicPr>
          <p:cNvPr id="6" name="Picture 5" descr="A screenshot of a computer&#10;&#10;Description automatically generated">
            <a:extLst>
              <a:ext uri="{FF2B5EF4-FFF2-40B4-BE49-F238E27FC236}">
                <a16:creationId xmlns:a16="http://schemas.microsoft.com/office/drawing/2014/main" id="{46197A3D-3A7E-66CE-2DE3-E6B13CCA7593}"/>
              </a:ext>
            </a:extLst>
          </p:cNvPr>
          <p:cNvPicPr>
            <a:picLocks noChangeAspect="1"/>
          </p:cNvPicPr>
          <p:nvPr/>
        </p:nvPicPr>
        <p:blipFill>
          <a:blip r:embed="rId2"/>
          <a:stretch>
            <a:fillRect/>
          </a:stretch>
        </p:blipFill>
        <p:spPr>
          <a:xfrm>
            <a:off x="230609" y="3433740"/>
            <a:ext cx="6358093" cy="3088674"/>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3F9B3316-A845-CED0-02FC-8ACDD88CDFFF}"/>
              </a:ext>
            </a:extLst>
          </p:cNvPr>
          <p:cNvPicPr>
            <a:picLocks noChangeAspect="1"/>
          </p:cNvPicPr>
          <p:nvPr/>
        </p:nvPicPr>
        <p:blipFill>
          <a:blip r:embed="rId3"/>
          <a:stretch>
            <a:fillRect/>
          </a:stretch>
        </p:blipFill>
        <p:spPr>
          <a:xfrm>
            <a:off x="7084157" y="1088503"/>
            <a:ext cx="5058717" cy="2864857"/>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9E8F16FA-1682-E2BB-1DA7-3DEF708DB57A}"/>
              </a:ext>
            </a:extLst>
          </p:cNvPr>
          <p:cNvPicPr>
            <a:picLocks noChangeAspect="1"/>
          </p:cNvPicPr>
          <p:nvPr/>
        </p:nvPicPr>
        <p:blipFill>
          <a:blip r:embed="rId4"/>
          <a:stretch>
            <a:fillRect/>
          </a:stretch>
        </p:blipFill>
        <p:spPr>
          <a:xfrm>
            <a:off x="7085878" y="4144642"/>
            <a:ext cx="5067612" cy="2551672"/>
          </a:xfrm>
          <a:prstGeom prst="rect">
            <a:avLst/>
          </a:prstGeom>
        </p:spPr>
      </p:pic>
      <p:sp>
        <p:nvSpPr>
          <p:cNvPr id="9" name="TextBox 8">
            <a:extLst>
              <a:ext uri="{FF2B5EF4-FFF2-40B4-BE49-F238E27FC236}">
                <a16:creationId xmlns:a16="http://schemas.microsoft.com/office/drawing/2014/main" id="{8372F15B-4440-133B-D004-77DE0085397D}"/>
              </a:ext>
            </a:extLst>
          </p:cNvPr>
          <p:cNvSpPr txBox="1"/>
          <p:nvPr/>
        </p:nvSpPr>
        <p:spPr>
          <a:xfrm>
            <a:off x="3180609" y="6162136"/>
            <a:ext cx="24968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1 video playing</a:t>
            </a:r>
          </a:p>
        </p:txBody>
      </p:sp>
      <p:sp>
        <p:nvSpPr>
          <p:cNvPr id="10" name="TextBox 9">
            <a:extLst>
              <a:ext uri="{FF2B5EF4-FFF2-40B4-BE49-F238E27FC236}">
                <a16:creationId xmlns:a16="http://schemas.microsoft.com/office/drawing/2014/main" id="{DF7BEE3D-6927-FB60-BAA0-ABCF4C30A392}"/>
              </a:ext>
            </a:extLst>
          </p:cNvPr>
          <p:cNvSpPr txBox="1"/>
          <p:nvPr/>
        </p:nvSpPr>
        <p:spPr>
          <a:xfrm>
            <a:off x="8916789" y="3367300"/>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10 video playing</a:t>
            </a:r>
          </a:p>
        </p:txBody>
      </p:sp>
      <p:sp>
        <p:nvSpPr>
          <p:cNvPr id="11" name="TextBox 10">
            <a:extLst>
              <a:ext uri="{FF2B5EF4-FFF2-40B4-BE49-F238E27FC236}">
                <a16:creationId xmlns:a16="http://schemas.microsoft.com/office/drawing/2014/main" id="{3815A33E-756D-CAC1-4321-C56C7A3D5D02}"/>
              </a:ext>
            </a:extLst>
          </p:cNvPr>
          <p:cNvSpPr txBox="1"/>
          <p:nvPr/>
        </p:nvSpPr>
        <p:spPr>
          <a:xfrm>
            <a:off x="8966350" y="6161299"/>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10 non-video playing</a:t>
            </a:r>
          </a:p>
        </p:txBody>
      </p:sp>
    </p:spTree>
    <p:extLst>
      <p:ext uri="{BB962C8B-B14F-4D97-AF65-F5344CB8AC3E}">
        <p14:creationId xmlns:p14="http://schemas.microsoft.com/office/powerpoint/2010/main" val="14236345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97CA0-DB86-7710-50DA-957CA59B74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3B6870B-8C63-4B48-2B93-0D3489A8BECD}"/>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9BA371BB-A7F0-E070-EF9E-3C8DD984B8DD}"/>
              </a:ext>
            </a:extLst>
          </p:cNvPr>
          <p:cNvSpPr>
            <a:spLocks noGrp="1"/>
          </p:cNvSpPr>
          <p:nvPr>
            <p:ph type="dt" sz="half" idx="10"/>
          </p:nvPr>
        </p:nvSpPr>
        <p:spPr/>
        <p:txBody>
          <a:bodyPr/>
          <a:lstStyle/>
          <a:p>
            <a:fld id="{6AF50985-8D51-466D-B107-11B08D7ED2FD}" type="datetime1">
              <a:rPr lang="en-US"/>
              <a:t>11/2/2024</a:t>
            </a:fld>
            <a:endParaRPr lang="en-US"/>
          </a:p>
        </p:txBody>
      </p:sp>
      <p:sp>
        <p:nvSpPr>
          <p:cNvPr id="5" name="Footer Placeholder 4">
            <a:extLst>
              <a:ext uri="{FF2B5EF4-FFF2-40B4-BE49-F238E27FC236}">
                <a16:creationId xmlns:a16="http://schemas.microsoft.com/office/drawing/2014/main" id="{72B1BF17-491E-92F2-19BD-8F42CA16DF0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1612A2C-7D50-63B9-D18E-3AD6DD1BBAA6}"/>
              </a:ext>
            </a:extLst>
          </p:cNvPr>
          <p:cNvSpPr>
            <a:spLocks noGrp="1"/>
          </p:cNvSpPr>
          <p:nvPr>
            <p:ph type="sldNum" sz="quarter" idx="12"/>
          </p:nvPr>
        </p:nvSpPr>
        <p:spPr/>
        <p:txBody>
          <a:bodyPr/>
          <a:lstStyle/>
          <a:p>
            <a:fld id="{017DE1FC-E54A-4B87-A814-263D1E8654B2}" type="slidenum">
              <a:rPr lang="en-US" dirty="0"/>
              <a:t>18</a:t>
            </a:fld>
            <a:endParaRPr lang="en-US"/>
          </a:p>
        </p:txBody>
      </p:sp>
      <p:pic>
        <p:nvPicPr>
          <p:cNvPr id="8" name="2024-10-30 07-18-53">
            <a:hlinkClick r:id="" action="ppaction://media"/>
            <a:extLst>
              <a:ext uri="{FF2B5EF4-FFF2-40B4-BE49-F238E27FC236}">
                <a16:creationId xmlns:a16="http://schemas.microsoft.com/office/drawing/2014/main" id="{BD38D6BC-C579-05B1-370C-8FD2D46DA072}"/>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080431" y="446048"/>
            <a:ext cx="10019059" cy="5728009"/>
          </a:xfrm>
          <a:prstGeom prst="rect">
            <a:avLst/>
          </a:prstGeom>
        </p:spPr>
      </p:pic>
    </p:spTree>
    <p:extLst>
      <p:ext uri="{BB962C8B-B14F-4D97-AF65-F5344CB8AC3E}">
        <p14:creationId xmlns:p14="http://schemas.microsoft.com/office/powerpoint/2010/main" val="3825950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2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8"/>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8"/>
                                        </p:tgtEl>
                                      </p:cBhvr>
                                    </p:cmd>
                                  </p:childTnLst>
                                </p:cTn>
                              </p:par>
                            </p:childTnLst>
                          </p:cTn>
                        </p:par>
                      </p:childTnLst>
                    </p:cTn>
                  </p:par>
                </p:childTnLst>
              </p:cTn>
              <p:nextCondLst>
                <p:cond evt="onClick" delay="0">
                  <p:tgtEl>
                    <p:spTgt spid="8"/>
                  </p:tgtEl>
                </p:cond>
              </p:nextCondLst>
            </p:seq>
            <p:video>
              <p:cMediaNode>
                <p:cTn id="12" fill="hold" display="0">
                  <p:stCondLst>
                    <p:cond delay="indefinite"/>
                  </p:stCondLst>
                </p:cTn>
                <p:tgtEl>
                  <p:spTgt spid="8"/>
                </p:tgtEl>
              </p:cMediaNode>
            </p:video>
          </p:childTnLst>
        </p:cTn>
      </p:par>
    </p:tnLst>
  </p:timing>
</p:sld>
</file>

<file path=ppt/theme/theme1.xml><?xml version="1.0" encoding="utf-8"?>
<a:theme xmlns:a="http://schemas.openxmlformats.org/drawingml/2006/main" name="GradientRiseVTI">
  <a:themeElements>
    <a:clrScheme name="GradientRiseVTI">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GradientRiseVTI">
      <a:majorFont>
        <a:latin typeface="Avenir Next LT Pro"/>
        <a:ea typeface=""/>
        <a:cs typeface=""/>
      </a:majorFont>
      <a:minorFont>
        <a:latin typeface="Avenir Next LT Pro Light"/>
        <a:ea typeface=""/>
        <a:cs typeface=""/>
      </a:minorFont>
    </a:fontScheme>
    <a:fmtScheme name="GradientRis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13C68A69-E745-489A-84EC-B7BCE4AA380B}" vid="{9CF7857A-9412-4E45-AB0D-6EAA5A7DC4C5}"/>
    </a:ext>
  </a:extLst>
</a:theme>
</file>

<file path=docProps/app.xml><?xml version="1.0" encoding="utf-8"?>
<Properties xmlns="http://schemas.openxmlformats.org/officeDocument/2006/extended-properties" xmlns:vt="http://schemas.openxmlformats.org/officeDocument/2006/docPropsVTypes">
  <Template>Wisp</Template>
  <Application>Microsoft Office PowerPoint</Application>
  <PresentationFormat>Breitbild</PresentationFormat>
  <Slides>18</Slides>
  <Notes>0</Notes>
  <HiddenSlides>0</HiddenSlides>
  <ScaleCrop>false</ScaleCrop>
  <HeadingPairs>
    <vt:vector size="4" baseType="variant">
      <vt:variant>
        <vt:lpstr>Design</vt:lpstr>
      </vt:variant>
      <vt:variant>
        <vt:i4>1</vt:i4>
      </vt:variant>
      <vt:variant>
        <vt:lpstr>Folientitel</vt:lpstr>
      </vt:variant>
      <vt:variant>
        <vt:i4>18</vt:i4>
      </vt:variant>
    </vt:vector>
  </HeadingPairs>
  <TitlesOfParts>
    <vt:vector size="19" baseType="lpstr">
      <vt:lpstr>GradientRiseVTI</vt:lpstr>
      <vt:lpstr>PowerPoint-Präsentation</vt:lpstr>
      <vt:lpstr>Changes from Phase 3</vt:lpstr>
      <vt:lpstr>Gridmap</vt:lpstr>
      <vt:lpstr>3D Environment</vt:lpstr>
      <vt:lpstr>Ticket Shop:  Proof of Concept</vt:lpstr>
      <vt:lpstr>PowerPoint-Präsentation</vt:lpstr>
      <vt:lpstr>Prototype</vt:lpstr>
      <vt:lpstr>Final ticket shop</vt:lpstr>
      <vt:lpstr>Communication Loop And Importing Arcade Games</vt:lpstr>
      <vt:lpstr>Importing Arcade Games</vt:lpstr>
      <vt:lpstr>COmmunication Loop</vt:lpstr>
      <vt:lpstr>Arcade Layout Generation</vt:lpstr>
      <vt:lpstr>Layout Generation</vt:lpstr>
      <vt:lpstr>Cabinet visuals Proof of Concept: Technical Challenges</vt:lpstr>
      <vt:lpstr>Cabinet visuals Proof of Concept: Cabinet Model</vt:lpstr>
      <vt:lpstr>Cabinet visuals Proof of Concept: Recording/Conversion Process</vt:lpstr>
      <vt:lpstr>Cabinet visuals Proof of Concept: VIdeoStreamPlayer Initial Testing</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Jamie Mano</dc:creator>
  <cp:revision>2</cp:revision>
  <dcterms:created xsi:type="dcterms:W3CDTF">2024-10-29T04:48:38Z</dcterms:created>
  <dcterms:modified xsi:type="dcterms:W3CDTF">2024-11-02T07:25:36Z</dcterms:modified>
</cp:coreProperties>
</file>