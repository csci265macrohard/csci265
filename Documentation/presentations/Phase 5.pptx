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60" r:id="rId8"/>
    <p:sldId id="265" r:id="rId9"/>
    <p:sldId id="267" r:id="rId10"/>
    <p:sldId id="266" r:id="rId11"/>
    <p:sldId id="268" r:id="rId12"/>
    <p:sldId id="269" r:id="rId13"/>
    <p:sldId id="278" r:id="rId14"/>
    <p:sldId id="277" r:id="rId15"/>
    <p:sldId id="270" r:id="rId16"/>
    <p:sldId id="279" r:id="rId17"/>
    <p:sldId id="28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D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0B57E-0034-07D7-AB23-7B2CE49409E1}" v="46" dt="2024-11-20T17:42:13.504"/>
    <p1510:client id="{3ED2DAAC-9269-8ACC-19FC-62AFA3BD633A}" v="140" dt="2024-11-20T03:16:24.332"/>
    <p1510:client id="{72F7CAE8-3F38-345E-679E-2CD7FA1B948C}" v="95" dt="2024-11-19T21:31:26.026"/>
    <p1510:client id="{81E572B0-9164-4987-307C-0B7B0D99A0DC}" v="943" dt="2024-11-19T22:29:03.388"/>
    <p1510:client id="{8C3E0497-8C32-6E4A-3127-C93B5BA82BA4}" v="4056" dt="2024-11-20T11:25:26.881"/>
    <p1510:client id="{C5FA9E18-57C2-4C70-A456-2ED4DDF15F03}" v="709" dt="2024-11-20T18:32:24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8C3E0497-8C32-6E4A-3127-C93B5BA82BA4}"/>
    <pc:docChg chg="mod addSld delSld modSld sldOrd">
      <pc:chgData name="Guest User" userId="" providerId="Windows Live" clId="Web-{8C3E0497-8C32-6E4A-3127-C93B5BA82BA4}" dt="2024-11-20T11:25:26.881" v="4031" actId="20577"/>
      <pc:docMkLst>
        <pc:docMk/>
      </pc:docMkLst>
      <pc:sldChg chg="modSp">
        <pc:chgData name="Guest User" userId="" providerId="Windows Live" clId="Web-{8C3E0497-8C32-6E4A-3127-C93B5BA82BA4}" dt="2024-11-20T08:23:32.881" v="1894" actId="20577"/>
        <pc:sldMkLst>
          <pc:docMk/>
          <pc:sldMk cId="1013396328" sldId="256"/>
        </pc:sldMkLst>
        <pc:spChg chg="mod">
          <ac:chgData name="Guest User" userId="" providerId="Windows Live" clId="Web-{8C3E0497-8C32-6E4A-3127-C93B5BA82BA4}" dt="2024-11-20T08:23:32.881" v="1894" actId="20577"/>
          <ac:spMkLst>
            <pc:docMk/>
            <pc:sldMk cId="1013396328" sldId="256"/>
            <ac:spMk id="6" creationId="{F852E1AC-70D6-D693-D5E8-3A13E3DB5EF6}"/>
          </ac:spMkLst>
        </pc:spChg>
      </pc:sldChg>
      <pc:sldChg chg="delSp modSp">
        <pc:chgData name="Guest User" userId="" providerId="Windows Live" clId="Web-{8C3E0497-8C32-6E4A-3127-C93B5BA82BA4}" dt="2024-11-20T10:47:23.373" v="3368" actId="20577"/>
        <pc:sldMkLst>
          <pc:docMk/>
          <pc:sldMk cId="1430961997" sldId="257"/>
        </pc:sldMkLst>
        <pc:spChg chg="mod">
          <ac:chgData name="Guest User" userId="" providerId="Windows Live" clId="Web-{8C3E0497-8C32-6E4A-3127-C93B5BA82BA4}" dt="2024-11-20T10:46:19.794" v="3353" actId="1076"/>
          <ac:spMkLst>
            <pc:docMk/>
            <pc:sldMk cId="1430961997" sldId="257"/>
            <ac:spMk id="2" creationId="{3B089F73-5C29-A837-587F-703E944A2FA3}"/>
          </ac:spMkLst>
        </pc:spChg>
        <pc:spChg chg="mod">
          <ac:chgData name="Guest User" userId="" providerId="Windows Live" clId="Web-{8C3E0497-8C32-6E4A-3127-C93B5BA82BA4}" dt="2024-11-20T10:47:03.639" v="3362" actId="20577"/>
          <ac:spMkLst>
            <pc:docMk/>
            <pc:sldMk cId="1430961997" sldId="257"/>
            <ac:spMk id="3" creationId="{8A717BE5-9AC3-E92D-3A11-D850901149E8}"/>
          </ac:spMkLst>
        </pc:spChg>
        <pc:spChg chg="del">
          <ac:chgData name="Guest User" userId="" providerId="Windows Live" clId="Web-{8C3E0497-8C32-6E4A-3127-C93B5BA82BA4}" dt="2024-11-20T08:17:47.773" v="1784"/>
          <ac:spMkLst>
            <pc:docMk/>
            <pc:sldMk cId="1430961997" sldId="257"/>
            <ac:spMk id="5" creationId="{E530F549-CDC9-82F6-43B2-1BFE72964064}"/>
          </ac:spMkLst>
        </pc:spChg>
        <pc:spChg chg="del">
          <ac:chgData name="Guest User" userId="" providerId="Windows Live" clId="Web-{8C3E0497-8C32-6E4A-3127-C93B5BA82BA4}" dt="2024-11-20T08:17:47.773" v="1784"/>
          <ac:spMkLst>
            <pc:docMk/>
            <pc:sldMk cId="1430961997" sldId="257"/>
            <ac:spMk id="6" creationId="{C979B2D1-9924-A860-3427-12DB3249966D}"/>
          </ac:spMkLst>
        </pc:spChg>
        <pc:spChg chg="del mod">
          <ac:chgData name="Guest User" userId="" providerId="Windows Live" clId="Web-{8C3E0497-8C32-6E4A-3127-C93B5BA82BA4}" dt="2024-11-20T10:44:27.135" v="3321"/>
          <ac:spMkLst>
            <pc:docMk/>
            <pc:sldMk cId="1430961997" sldId="257"/>
            <ac:spMk id="7" creationId="{A3C6B4CB-42FA-03C2-A709-21DD03269A15}"/>
          </ac:spMkLst>
        </pc:spChg>
        <pc:spChg chg="del">
          <ac:chgData name="Guest User" userId="" providerId="Windows Live" clId="Web-{8C3E0497-8C32-6E4A-3127-C93B5BA82BA4}" dt="2024-11-20T10:44:30.260" v="3322"/>
          <ac:spMkLst>
            <pc:docMk/>
            <pc:sldMk cId="1430961997" sldId="257"/>
            <ac:spMk id="8" creationId="{A396B560-C3C1-DDFF-79DF-D4053D70002D}"/>
          </ac:spMkLst>
        </pc:spChg>
        <pc:spChg chg="mod">
          <ac:chgData name="Guest User" userId="" providerId="Windows Live" clId="Web-{8C3E0497-8C32-6E4A-3127-C93B5BA82BA4}" dt="2024-11-20T10:47:23.373" v="3368" actId="20577"/>
          <ac:spMkLst>
            <pc:docMk/>
            <pc:sldMk cId="1430961997" sldId="257"/>
            <ac:spMk id="9" creationId="{B88226BF-181F-10DF-4E6C-A3B3A0011F99}"/>
          </ac:spMkLst>
        </pc:spChg>
      </pc:sldChg>
      <pc:sldChg chg="delSp modSp">
        <pc:chgData name="Guest User" userId="" providerId="Windows Live" clId="Web-{8C3E0497-8C32-6E4A-3127-C93B5BA82BA4}" dt="2024-11-20T10:43:09.430" v="3318" actId="20577"/>
        <pc:sldMkLst>
          <pc:docMk/>
          <pc:sldMk cId="1761029063" sldId="258"/>
        </pc:sldMkLst>
        <pc:spChg chg="mod">
          <ac:chgData name="Guest User" userId="" providerId="Windows Live" clId="Web-{8C3E0497-8C32-6E4A-3127-C93B5BA82BA4}" dt="2024-11-20T10:43:09.430" v="3318" actId="20577"/>
          <ac:spMkLst>
            <pc:docMk/>
            <pc:sldMk cId="1761029063" sldId="258"/>
            <ac:spMk id="2" creationId="{F1477F0A-DC23-6A14-A4AD-0ABD3FC3DF3F}"/>
          </ac:spMkLst>
        </pc:spChg>
        <pc:spChg chg="del">
          <ac:chgData name="Guest User" userId="" providerId="Windows Live" clId="Web-{8C3E0497-8C32-6E4A-3127-C93B5BA82BA4}" dt="2024-11-20T08:17:47.773" v="1776"/>
          <ac:spMkLst>
            <pc:docMk/>
            <pc:sldMk cId="1761029063" sldId="258"/>
            <ac:spMk id="5" creationId="{F9BA4203-8B0C-02FB-ACA9-99F3B4D57461}"/>
          </ac:spMkLst>
        </pc:spChg>
        <pc:spChg chg="del">
          <ac:chgData name="Guest User" userId="" providerId="Windows Live" clId="Web-{8C3E0497-8C32-6E4A-3127-C93B5BA82BA4}" dt="2024-11-20T08:17:47.773" v="1776"/>
          <ac:spMkLst>
            <pc:docMk/>
            <pc:sldMk cId="1761029063" sldId="258"/>
            <ac:spMk id="6" creationId="{14FDF978-7940-E2D5-3FA5-87BE83F6F506}"/>
          </ac:spMkLst>
        </pc:spChg>
      </pc:sldChg>
      <pc:sldChg chg="delSp modSp">
        <pc:chgData name="Guest User" userId="" providerId="Windows Live" clId="Web-{8C3E0497-8C32-6E4A-3127-C93B5BA82BA4}" dt="2024-11-20T10:43:04.977" v="3315" actId="20577"/>
        <pc:sldMkLst>
          <pc:docMk/>
          <pc:sldMk cId="383304143" sldId="260"/>
        </pc:sldMkLst>
        <pc:spChg chg="mod">
          <ac:chgData name="Guest User" userId="" providerId="Windows Live" clId="Web-{8C3E0497-8C32-6E4A-3127-C93B5BA82BA4}" dt="2024-11-20T10:43:04.977" v="3315" actId="20577"/>
          <ac:spMkLst>
            <pc:docMk/>
            <pc:sldMk cId="383304143" sldId="260"/>
            <ac:spMk id="2" creationId="{1FE7C164-6730-9B63-A03B-A241104E2B4F}"/>
          </ac:spMkLst>
        </pc:spChg>
        <pc:spChg chg="del">
          <ac:chgData name="Guest User" userId="" providerId="Windows Live" clId="Web-{8C3E0497-8C32-6E4A-3127-C93B5BA82BA4}" dt="2024-11-20T08:17:47.773" v="1783"/>
          <ac:spMkLst>
            <pc:docMk/>
            <pc:sldMk cId="383304143" sldId="260"/>
            <ac:spMk id="5" creationId="{219DC9CF-184B-1750-444D-F35DDE1A5094}"/>
          </ac:spMkLst>
        </pc:spChg>
        <pc:spChg chg="del">
          <ac:chgData name="Guest User" userId="" providerId="Windows Live" clId="Web-{8C3E0497-8C32-6E4A-3127-C93B5BA82BA4}" dt="2024-11-20T08:17:47.773" v="1783"/>
          <ac:spMkLst>
            <pc:docMk/>
            <pc:sldMk cId="383304143" sldId="260"/>
            <ac:spMk id="6" creationId="{883B9E87-5F7E-8508-9269-584C222A5B8C}"/>
          </ac:spMkLst>
        </pc:spChg>
      </pc:sldChg>
      <pc:sldChg chg="delSp">
        <pc:chgData name="Guest User" userId="" providerId="Windows Live" clId="Web-{8C3E0497-8C32-6E4A-3127-C93B5BA82BA4}" dt="2024-11-20T08:17:47.773" v="1779"/>
        <pc:sldMkLst>
          <pc:docMk/>
          <pc:sldMk cId="2552060983" sldId="261"/>
        </pc:sldMkLst>
        <pc:spChg chg="del">
          <ac:chgData name="Guest User" userId="" providerId="Windows Live" clId="Web-{8C3E0497-8C32-6E4A-3127-C93B5BA82BA4}" dt="2024-11-20T08:17:47.773" v="1779"/>
          <ac:spMkLst>
            <pc:docMk/>
            <pc:sldMk cId="2552060983" sldId="261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79"/>
          <ac:spMkLst>
            <pc:docMk/>
            <pc:sldMk cId="2552060983" sldId="261"/>
            <ac:spMk id="6" creationId="{C28A6CDF-EB66-FD9C-59C3-CA7223960BA5}"/>
          </ac:spMkLst>
        </pc:spChg>
      </pc:sldChg>
      <pc:sldChg chg="delSp modSp">
        <pc:chgData name="Guest User" userId="" providerId="Windows Live" clId="Web-{8C3E0497-8C32-6E4A-3127-C93B5BA82BA4}" dt="2024-11-20T08:41:07.377" v="2116" actId="20577"/>
        <pc:sldMkLst>
          <pc:docMk/>
          <pc:sldMk cId="1803041456" sldId="263"/>
        </pc:sldMkLst>
        <pc:spChg chg="mod">
          <ac:chgData name="Guest User" userId="" providerId="Windows Live" clId="Web-{8C3E0497-8C32-6E4A-3127-C93B5BA82BA4}" dt="2024-11-20T08:02:11.141" v="1164" actId="1076"/>
          <ac:spMkLst>
            <pc:docMk/>
            <pc:sldMk cId="1803041456" sldId="263"/>
            <ac:spMk id="2" creationId="{49482B2B-75AB-F297-3664-12F2E62C84DE}"/>
          </ac:spMkLst>
        </pc:spChg>
        <pc:spChg chg="mod">
          <ac:chgData name="Guest User" userId="" providerId="Windows Live" clId="Web-{8C3E0497-8C32-6E4A-3127-C93B5BA82BA4}" dt="2024-11-20T08:41:07.377" v="2116" actId="20577"/>
          <ac:spMkLst>
            <pc:docMk/>
            <pc:sldMk cId="1803041456" sldId="263"/>
            <ac:spMk id="3" creationId="{BB9CD09A-C211-D7FD-9364-AF24DC0B091A}"/>
          </ac:spMkLst>
        </pc:spChg>
        <pc:spChg chg="del">
          <ac:chgData name="Guest User" userId="" providerId="Windows Live" clId="Web-{8C3E0497-8C32-6E4A-3127-C93B5BA82BA4}" dt="2024-11-20T08:17:47.773" v="1781"/>
          <ac:spMkLst>
            <pc:docMk/>
            <pc:sldMk cId="1803041456" sldId="263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81"/>
          <ac:spMkLst>
            <pc:docMk/>
            <pc:sldMk cId="1803041456" sldId="263"/>
            <ac:spMk id="6" creationId="{C28A6CDF-EB66-FD9C-59C3-CA7223960BA5}"/>
          </ac:spMkLst>
        </pc:spChg>
      </pc:sldChg>
      <pc:sldChg chg="delSp modSp">
        <pc:chgData name="Guest User" userId="" providerId="Windows Live" clId="Web-{8C3E0497-8C32-6E4A-3127-C93B5BA82BA4}" dt="2024-11-20T08:41:20.393" v="2118" actId="20577"/>
        <pc:sldMkLst>
          <pc:docMk/>
          <pc:sldMk cId="54275012" sldId="264"/>
        </pc:sldMkLst>
        <pc:spChg chg="mod">
          <ac:chgData name="Guest User" userId="" providerId="Windows Live" clId="Web-{8C3E0497-8C32-6E4A-3127-C93B5BA82BA4}" dt="2024-11-20T08:16:51.864" v="1769" actId="1076"/>
          <ac:spMkLst>
            <pc:docMk/>
            <pc:sldMk cId="54275012" sldId="264"/>
            <ac:spMk id="2" creationId="{49482B2B-75AB-F297-3664-12F2E62C84DE}"/>
          </ac:spMkLst>
        </pc:spChg>
        <pc:spChg chg="mod">
          <ac:chgData name="Guest User" userId="" providerId="Windows Live" clId="Web-{8C3E0497-8C32-6E4A-3127-C93B5BA82BA4}" dt="2024-11-20T08:41:20.393" v="2118" actId="20577"/>
          <ac:spMkLst>
            <pc:docMk/>
            <pc:sldMk cId="54275012" sldId="264"/>
            <ac:spMk id="3" creationId="{BB9CD09A-C211-D7FD-9364-AF24DC0B091A}"/>
          </ac:spMkLst>
        </pc:spChg>
        <pc:spChg chg="del">
          <ac:chgData name="Guest User" userId="" providerId="Windows Live" clId="Web-{8C3E0497-8C32-6E4A-3127-C93B5BA82BA4}" dt="2024-11-20T08:17:47.773" v="1782"/>
          <ac:spMkLst>
            <pc:docMk/>
            <pc:sldMk cId="54275012" sldId="264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82"/>
          <ac:spMkLst>
            <pc:docMk/>
            <pc:sldMk cId="54275012" sldId="264"/>
            <ac:spMk id="6" creationId="{C28A6CDF-EB66-FD9C-59C3-CA7223960BA5}"/>
          </ac:spMkLst>
        </pc:spChg>
      </pc:sldChg>
      <pc:sldChg chg="delSp modSp">
        <pc:chgData name="Guest User" userId="" providerId="Windows Live" clId="Web-{8C3E0497-8C32-6E4A-3127-C93B5BA82BA4}" dt="2024-11-20T08:54:33.566" v="2261" actId="20577"/>
        <pc:sldMkLst>
          <pc:docMk/>
          <pc:sldMk cId="16856901" sldId="265"/>
        </pc:sldMkLst>
        <pc:spChg chg="mod">
          <ac:chgData name="Guest User" userId="" providerId="Windows Live" clId="Web-{8C3E0497-8C32-6E4A-3127-C93B5BA82BA4}" dt="2024-11-20T08:22:10.112" v="1833" actId="1076"/>
          <ac:spMkLst>
            <pc:docMk/>
            <pc:sldMk cId="16856901" sldId="265"/>
            <ac:spMk id="2" creationId="{49482B2B-75AB-F297-3664-12F2E62C84DE}"/>
          </ac:spMkLst>
        </pc:spChg>
        <pc:spChg chg="mod">
          <ac:chgData name="Guest User" userId="" providerId="Windows Live" clId="Web-{8C3E0497-8C32-6E4A-3127-C93B5BA82BA4}" dt="2024-11-20T08:54:33.566" v="2261" actId="20577"/>
          <ac:spMkLst>
            <pc:docMk/>
            <pc:sldMk cId="16856901" sldId="265"/>
            <ac:spMk id="3" creationId="{BB9CD09A-C211-D7FD-9364-AF24DC0B091A}"/>
          </ac:spMkLst>
        </pc:spChg>
        <pc:spChg chg="del">
          <ac:chgData name="Guest User" userId="" providerId="Windows Live" clId="Web-{8C3E0497-8C32-6E4A-3127-C93B5BA82BA4}" dt="2024-11-20T08:17:47.773" v="1778"/>
          <ac:spMkLst>
            <pc:docMk/>
            <pc:sldMk cId="16856901" sldId="265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78"/>
          <ac:spMkLst>
            <pc:docMk/>
            <pc:sldMk cId="16856901" sldId="265"/>
            <ac:spMk id="6" creationId="{C28A6CDF-EB66-FD9C-59C3-CA7223960BA5}"/>
          </ac:spMkLst>
        </pc:spChg>
      </pc:sldChg>
      <pc:sldChg chg="delSp modSp">
        <pc:chgData name="Guest User" userId="" providerId="Windows Live" clId="Web-{8C3E0497-8C32-6E4A-3127-C93B5BA82BA4}" dt="2024-11-20T10:50:41.378" v="3524" actId="20577"/>
        <pc:sldMkLst>
          <pc:docMk/>
          <pc:sldMk cId="3049246560" sldId="266"/>
        </pc:sldMkLst>
        <pc:spChg chg="mod">
          <ac:chgData name="Guest User" userId="" providerId="Windows Live" clId="Web-{8C3E0497-8C32-6E4A-3127-C93B5BA82BA4}" dt="2024-11-20T10:50:41.378" v="3524" actId="20577"/>
          <ac:spMkLst>
            <pc:docMk/>
            <pc:sldMk cId="3049246560" sldId="266"/>
            <ac:spMk id="3" creationId="{BB9CD09A-C211-D7FD-9364-AF24DC0B091A}"/>
          </ac:spMkLst>
        </pc:spChg>
        <pc:spChg chg="del">
          <ac:chgData name="Guest User" userId="" providerId="Windows Live" clId="Web-{8C3E0497-8C32-6E4A-3127-C93B5BA82BA4}" dt="2024-11-20T08:17:47.773" v="1772"/>
          <ac:spMkLst>
            <pc:docMk/>
            <pc:sldMk cId="3049246560" sldId="266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72"/>
          <ac:spMkLst>
            <pc:docMk/>
            <pc:sldMk cId="3049246560" sldId="266"/>
            <ac:spMk id="6" creationId="{C28A6CDF-EB66-FD9C-59C3-CA7223960BA5}"/>
          </ac:spMkLst>
        </pc:spChg>
      </pc:sldChg>
      <pc:sldChg chg="delSp modSp">
        <pc:chgData name="Guest User" userId="" providerId="Windows Live" clId="Web-{8C3E0497-8C32-6E4A-3127-C93B5BA82BA4}" dt="2024-11-20T09:14:33.740" v="2863" actId="20577"/>
        <pc:sldMkLst>
          <pc:docMk/>
          <pc:sldMk cId="3282482138" sldId="267"/>
        </pc:sldMkLst>
        <pc:spChg chg="mod">
          <ac:chgData name="Guest User" userId="" providerId="Windows Live" clId="Web-{8C3E0497-8C32-6E4A-3127-C93B5BA82BA4}" dt="2024-11-20T09:14:33.740" v="2863" actId="20577"/>
          <ac:spMkLst>
            <pc:docMk/>
            <pc:sldMk cId="3282482138" sldId="267"/>
            <ac:spMk id="3" creationId="{BB9CD09A-C211-D7FD-9364-AF24DC0B091A}"/>
          </ac:spMkLst>
        </pc:spChg>
        <pc:spChg chg="del">
          <ac:chgData name="Guest User" userId="" providerId="Windows Live" clId="Web-{8C3E0497-8C32-6E4A-3127-C93B5BA82BA4}" dt="2024-11-20T08:17:47.773" v="1771"/>
          <ac:spMkLst>
            <pc:docMk/>
            <pc:sldMk cId="3282482138" sldId="267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71"/>
          <ac:spMkLst>
            <pc:docMk/>
            <pc:sldMk cId="3282482138" sldId="267"/>
            <ac:spMk id="6" creationId="{C28A6CDF-EB66-FD9C-59C3-CA7223960BA5}"/>
          </ac:spMkLst>
        </pc:spChg>
      </pc:sldChg>
      <pc:sldChg chg="delSp modSp">
        <pc:chgData name="Guest User" userId="" providerId="Windows Live" clId="Web-{8C3E0497-8C32-6E4A-3127-C93B5BA82BA4}" dt="2024-11-20T10:42:51.148" v="3311" actId="20577"/>
        <pc:sldMkLst>
          <pc:docMk/>
          <pc:sldMk cId="3883496412" sldId="268"/>
        </pc:sldMkLst>
        <pc:spChg chg="mod">
          <ac:chgData name="Guest User" userId="" providerId="Windows Live" clId="Web-{8C3E0497-8C32-6E4A-3127-C93B5BA82BA4}" dt="2024-11-20T10:42:51.148" v="3311" actId="20577"/>
          <ac:spMkLst>
            <pc:docMk/>
            <pc:sldMk cId="3883496412" sldId="268"/>
            <ac:spMk id="2" creationId="{1FE7C164-6730-9B63-A03B-A241104E2B4F}"/>
          </ac:spMkLst>
        </pc:spChg>
        <pc:spChg chg="del">
          <ac:chgData name="Guest User" userId="" providerId="Windows Live" clId="Web-{8C3E0497-8C32-6E4A-3127-C93B5BA82BA4}" dt="2024-11-20T08:17:47.773" v="1773"/>
          <ac:spMkLst>
            <pc:docMk/>
            <pc:sldMk cId="3883496412" sldId="268"/>
            <ac:spMk id="5" creationId="{219DC9CF-184B-1750-444D-F35DDE1A5094}"/>
          </ac:spMkLst>
        </pc:spChg>
        <pc:spChg chg="del">
          <ac:chgData name="Guest User" userId="" providerId="Windows Live" clId="Web-{8C3E0497-8C32-6E4A-3127-C93B5BA82BA4}" dt="2024-11-20T08:17:47.773" v="1773"/>
          <ac:spMkLst>
            <pc:docMk/>
            <pc:sldMk cId="3883496412" sldId="268"/>
            <ac:spMk id="6" creationId="{883B9E87-5F7E-8508-9269-584C222A5B8C}"/>
          </ac:spMkLst>
        </pc:spChg>
      </pc:sldChg>
      <pc:sldChg chg="delSp modSp">
        <pc:chgData name="Guest User" userId="" providerId="Windows Live" clId="Web-{8C3E0497-8C32-6E4A-3127-C93B5BA82BA4}" dt="2024-11-20T08:17:47.773" v="1780"/>
        <pc:sldMkLst>
          <pc:docMk/>
          <pc:sldMk cId="3422983986" sldId="269"/>
        </pc:sldMkLst>
        <pc:spChg chg="mod">
          <ac:chgData name="Guest User" userId="" providerId="Windows Live" clId="Web-{8C3E0497-8C32-6E4A-3127-C93B5BA82BA4}" dt="2024-11-19T22:30:59.463" v="76" actId="20577"/>
          <ac:spMkLst>
            <pc:docMk/>
            <pc:sldMk cId="3422983986" sldId="269"/>
            <ac:spMk id="3" creationId="{BB9CD09A-C211-D7FD-9364-AF24DC0B091A}"/>
          </ac:spMkLst>
        </pc:spChg>
        <pc:spChg chg="del">
          <ac:chgData name="Guest User" userId="" providerId="Windows Live" clId="Web-{8C3E0497-8C32-6E4A-3127-C93B5BA82BA4}" dt="2024-11-20T08:17:47.773" v="1780"/>
          <ac:spMkLst>
            <pc:docMk/>
            <pc:sldMk cId="3422983986" sldId="269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80"/>
          <ac:spMkLst>
            <pc:docMk/>
            <pc:sldMk cId="3422983986" sldId="269"/>
            <ac:spMk id="6" creationId="{C28A6CDF-EB66-FD9C-59C3-CA7223960BA5}"/>
          </ac:spMkLst>
        </pc:spChg>
      </pc:sldChg>
      <pc:sldChg chg="delSp modSp add replId">
        <pc:chgData name="Guest User" userId="" providerId="Windows Live" clId="Web-{8C3E0497-8C32-6E4A-3127-C93B5BA82BA4}" dt="2024-11-20T10:53:54.508" v="3610" actId="20577"/>
        <pc:sldMkLst>
          <pc:docMk/>
          <pc:sldMk cId="3229753078" sldId="270"/>
        </pc:sldMkLst>
        <pc:spChg chg="mod">
          <ac:chgData name="Guest User" userId="" providerId="Windows Live" clId="Web-{8C3E0497-8C32-6E4A-3127-C93B5BA82BA4}" dt="2024-11-19T22:31:24.620" v="91" actId="20577"/>
          <ac:spMkLst>
            <pc:docMk/>
            <pc:sldMk cId="3229753078" sldId="270"/>
            <ac:spMk id="2" creationId="{49482B2B-75AB-F297-3664-12F2E62C84DE}"/>
          </ac:spMkLst>
        </pc:spChg>
        <pc:spChg chg="mod">
          <ac:chgData name="Guest User" userId="" providerId="Windows Live" clId="Web-{8C3E0497-8C32-6E4A-3127-C93B5BA82BA4}" dt="2024-11-20T10:53:54.508" v="3610" actId="20577"/>
          <ac:spMkLst>
            <pc:docMk/>
            <pc:sldMk cId="3229753078" sldId="270"/>
            <ac:spMk id="3" creationId="{BB9CD09A-C211-D7FD-9364-AF24DC0B091A}"/>
          </ac:spMkLst>
        </pc:spChg>
        <pc:spChg chg="del">
          <ac:chgData name="Guest User" userId="" providerId="Windows Live" clId="Web-{8C3E0497-8C32-6E4A-3127-C93B5BA82BA4}" dt="2024-11-20T08:17:47.773" v="1774"/>
          <ac:spMkLst>
            <pc:docMk/>
            <pc:sldMk cId="3229753078" sldId="270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74"/>
          <ac:spMkLst>
            <pc:docMk/>
            <pc:sldMk cId="3229753078" sldId="270"/>
            <ac:spMk id="6" creationId="{C28A6CDF-EB66-FD9C-59C3-CA7223960BA5}"/>
          </ac:spMkLst>
        </pc:spChg>
      </pc:sldChg>
      <pc:sldChg chg="addSp delSp modSp add replId">
        <pc:chgData name="Guest User" userId="" providerId="Windows Live" clId="Web-{8C3E0497-8C32-6E4A-3127-C93B5BA82BA4}" dt="2024-11-20T10:27:10.985" v="3022" actId="20577"/>
        <pc:sldMkLst>
          <pc:docMk/>
          <pc:sldMk cId="3112932600" sldId="271"/>
        </pc:sldMkLst>
        <pc:spChg chg="mod">
          <ac:chgData name="Guest User" userId="" providerId="Windows Live" clId="Web-{8C3E0497-8C32-6E4A-3127-C93B5BA82BA4}" dt="2024-11-19T22:31:43.479" v="101" actId="20577"/>
          <ac:spMkLst>
            <pc:docMk/>
            <pc:sldMk cId="3112932600" sldId="271"/>
            <ac:spMk id="2" creationId="{49482B2B-75AB-F297-3664-12F2E62C84DE}"/>
          </ac:spMkLst>
        </pc:spChg>
        <pc:spChg chg="mod">
          <ac:chgData name="Guest User" userId="" providerId="Windows Live" clId="Web-{8C3E0497-8C32-6E4A-3127-C93B5BA82BA4}" dt="2024-11-20T10:27:10.985" v="3022" actId="20577"/>
          <ac:spMkLst>
            <pc:docMk/>
            <pc:sldMk cId="3112932600" sldId="271"/>
            <ac:spMk id="3" creationId="{BB9CD09A-C211-D7FD-9364-AF24DC0B091A}"/>
          </ac:spMkLst>
        </pc:spChg>
        <pc:spChg chg="del">
          <ac:chgData name="Guest User" userId="" providerId="Windows Live" clId="Web-{8C3E0497-8C32-6E4A-3127-C93B5BA82BA4}" dt="2024-11-20T08:17:47.773" v="1775"/>
          <ac:spMkLst>
            <pc:docMk/>
            <pc:sldMk cId="3112932600" sldId="271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75"/>
          <ac:spMkLst>
            <pc:docMk/>
            <pc:sldMk cId="3112932600" sldId="271"/>
            <ac:spMk id="6" creationId="{C28A6CDF-EB66-FD9C-59C3-CA7223960BA5}"/>
          </ac:spMkLst>
        </pc:spChg>
        <pc:picChg chg="add mod">
          <ac:chgData name="Guest User" userId="" providerId="Windows Live" clId="Web-{8C3E0497-8C32-6E4A-3127-C93B5BA82BA4}" dt="2024-11-20T10:25:06.248" v="2972" actId="1076"/>
          <ac:picMkLst>
            <pc:docMk/>
            <pc:sldMk cId="3112932600" sldId="271"/>
            <ac:picMk id="5" creationId="{1D4F1AE0-EFB3-F7B6-E4E9-4636C547696F}"/>
          </ac:picMkLst>
        </pc:picChg>
      </pc:sldChg>
      <pc:sldChg chg="delSp modSp add del ord replId">
        <pc:chgData name="Guest User" userId="" providerId="Windows Live" clId="Web-{8C3E0497-8C32-6E4A-3127-C93B5BA82BA4}" dt="2024-11-20T10:27:56.924" v="3023"/>
        <pc:sldMkLst>
          <pc:docMk/>
          <pc:sldMk cId="1537784219" sldId="272"/>
        </pc:sldMkLst>
        <pc:spChg chg="mod">
          <ac:chgData name="Guest User" userId="" providerId="Windows Live" clId="Web-{8C3E0497-8C32-6E4A-3127-C93B5BA82BA4}" dt="2024-11-20T10:27:06.485" v="3007" actId="20577"/>
          <ac:spMkLst>
            <pc:docMk/>
            <pc:sldMk cId="1537784219" sldId="272"/>
            <ac:spMk id="2" creationId="{49482B2B-75AB-F297-3664-12F2E62C84DE}"/>
          </ac:spMkLst>
        </pc:spChg>
        <pc:spChg chg="del">
          <ac:chgData name="Guest User" userId="" providerId="Windows Live" clId="Web-{8C3E0497-8C32-6E4A-3127-C93B5BA82BA4}" dt="2024-11-20T08:17:47.773" v="1777"/>
          <ac:spMkLst>
            <pc:docMk/>
            <pc:sldMk cId="1537784219" sldId="272"/>
            <ac:spMk id="5" creationId="{E1EB4489-A8DA-8779-E330-A804AF946137}"/>
          </ac:spMkLst>
        </pc:spChg>
        <pc:spChg chg="del">
          <ac:chgData name="Guest User" userId="" providerId="Windows Live" clId="Web-{8C3E0497-8C32-6E4A-3127-C93B5BA82BA4}" dt="2024-11-20T08:17:47.773" v="1777"/>
          <ac:spMkLst>
            <pc:docMk/>
            <pc:sldMk cId="1537784219" sldId="272"/>
            <ac:spMk id="6" creationId="{C28A6CDF-EB66-FD9C-59C3-CA7223960BA5}"/>
          </ac:spMkLst>
        </pc:spChg>
      </pc:sldChg>
      <pc:sldChg chg="modSp add ord replId">
        <pc:chgData name="Guest User" userId="" providerId="Windows Live" clId="Web-{8C3E0497-8C32-6E4A-3127-C93B5BA82BA4}" dt="2024-11-20T10:42:43.398" v="3308" actId="20577"/>
        <pc:sldMkLst>
          <pc:docMk/>
          <pc:sldMk cId="3720605435" sldId="272"/>
        </pc:sldMkLst>
        <pc:spChg chg="mod">
          <ac:chgData name="Guest User" userId="" providerId="Windows Live" clId="Web-{8C3E0497-8C32-6E4A-3127-C93B5BA82BA4}" dt="2024-11-20T10:42:43.398" v="3308" actId="20577"/>
          <ac:spMkLst>
            <pc:docMk/>
            <pc:sldMk cId="3720605435" sldId="272"/>
            <ac:spMk id="2" creationId="{1FE7C164-6730-9B63-A03B-A241104E2B4F}"/>
          </ac:spMkLst>
        </pc:spChg>
        <pc:spChg chg="mod">
          <ac:chgData name="Guest User" userId="" providerId="Windows Live" clId="Web-{8C3E0497-8C32-6E4A-3127-C93B5BA82BA4}" dt="2024-11-20T10:29:40.504" v="3048" actId="20577"/>
          <ac:spMkLst>
            <pc:docMk/>
            <pc:sldMk cId="3720605435" sldId="272"/>
            <ac:spMk id="3" creationId="{EDE02980-F83F-A782-63D2-71BDF3648450}"/>
          </ac:spMkLst>
        </pc:spChg>
      </pc:sldChg>
      <pc:sldChg chg="addSp delSp modSp add ord replId">
        <pc:chgData name="Guest User" userId="" providerId="Windows Live" clId="Web-{8C3E0497-8C32-6E4A-3127-C93B5BA82BA4}" dt="2024-11-20T10:42:11.069" v="3303" actId="20577"/>
        <pc:sldMkLst>
          <pc:docMk/>
          <pc:sldMk cId="296541096" sldId="273"/>
        </pc:sldMkLst>
        <pc:spChg chg="mod">
          <ac:chgData name="Guest User" userId="" providerId="Windows Live" clId="Web-{8C3E0497-8C32-6E4A-3127-C93B5BA82BA4}" dt="2024-11-20T10:41:26.162" v="3260" actId="1076"/>
          <ac:spMkLst>
            <pc:docMk/>
            <pc:sldMk cId="296541096" sldId="273"/>
            <ac:spMk id="2" creationId="{49482B2B-75AB-F297-3664-12F2E62C84DE}"/>
          </ac:spMkLst>
        </pc:spChg>
        <pc:spChg chg="add del mod">
          <ac:chgData name="Guest User" userId="" providerId="Windows Live" clId="Web-{8C3E0497-8C32-6E4A-3127-C93B5BA82BA4}" dt="2024-11-20T10:42:11.069" v="3303" actId="20577"/>
          <ac:spMkLst>
            <pc:docMk/>
            <pc:sldMk cId="296541096" sldId="273"/>
            <ac:spMk id="3" creationId="{BB9CD09A-C211-D7FD-9364-AF24DC0B091A}"/>
          </ac:spMkLst>
        </pc:spChg>
        <pc:picChg chg="add del mod ord">
          <ac:chgData name="Guest User" userId="" providerId="Windows Live" clId="Web-{8C3E0497-8C32-6E4A-3127-C93B5BA82BA4}" dt="2024-11-20T10:37:50.125" v="3058"/>
          <ac:picMkLst>
            <pc:docMk/>
            <pc:sldMk cId="296541096" sldId="273"/>
            <ac:picMk id="5" creationId="{021C1BA7-9662-F17F-0A8A-87041A3D0660}"/>
          </ac:picMkLst>
        </pc:picChg>
        <pc:picChg chg="add mod">
          <ac:chgData name="Guest User" userId="" providerId="Windows Live" clId="Web-{8C3E0497-8C32-6E4A-3127-C93B5BA82BA4}" dt="2024-11-20T10:39:09.455" v="3144" actId="1076"/>
          <ac:picMkLst>
            <pc:docMk/>
            <pc:sldMk cId="296541096" sldId="273"/>
            <ac:picMk id="6" creationId="{1E850925-BF5D-AA89-C87A-19FD3473AC62}"/>
          </ac:picMkLst>
        </pc:picChg>
      </pc:sldChg>
      <pc:sldChg chg="addSp modSp add ord replId">
        <pc:chgData name="Guest User" userId="" providerId="Windows Live" clId="Web-{8C3E0497-8C32-6E4A-3127-C93B5BA82BA4}" dt="2024-11-20T11:18:05.199" v="3933" actId="14100"/>
        <pc:sldMkLst>
          <pc:docMk/>
          <pc:sldMk cId="2782996237" sldId="274"/>
        </pc:sldMkLst>
        <pc:spChg chg="mod">
          <ac:chgData name="Guest User" userId="" providerId="Windows Live" clId="Web-{8C3E0497-8C32-6E4A-3127-C93B5BA82BA4}" dt="2024-11-20T11:17:48.058" v="3930" actId="1076"/>
          <ac:spMkLst>
            <pc:docMk/>
            <pc:sldMk cId="2782996237" sldId="274"/>
            <ac:spMk id="2" creationId="{49482B2B-75AB-F297-3664-12F2E62C84DE}"/>
          </ac:spMkLst>
        </pc:spChg>
        <pc:spChg chg="mod">
          <ac:chgData name="Guest User" userId="" providerId="Windows Live" clId="Web-{8C3E0497-8C32-6E4A-3127-C93B5BA82BA4}" dt="2024-11-20T11:17:52.230" v="3931" actId="1076"/>
          <ac:spMkLst>
            <pc:docMk/>
            <pc:sldMk cId="2782996237" sldId="274"/>
            <ac:spMk id="3" creationId="{BB9CD09A-C211-D7FD-9364-AF24DC0B091A}"/>
          </ac:spMkLst>
        </pc:spChg>
        <pc:picChg chg="add mod">
          <ac:chgData name="Guest User" userId="" providerId="Windows Live" clId="Web-{8C3E0497-8C32-6E4A-3127-C93B5BA82BA4}" dt="2024-11-20T11:07:51.294" v="3639" actId="1076"/>
          <ac:picMkLst>
            <pc:docMk/>
            <pc:sldMk cId="2782996237" sldId="274"/>
            <ac:picMk id="5" creationId="{C54D515E-1718-4085-FA52-3BFBCEB18DD1}"/>
          </ac:picMkLst>
        </pc:picChg>
        <pc:picChg chg="add mod">
          <ac:chgData name="Guest User" userId="" providerId="Windows Live" clId="Web-{8C3E0497-8C32-6E4A-3127-C93B5BA82BA4}" dt="2024-11-20T11:18:05.199" v="3933" actId="14100"/>
          <ac:picMkLst>
            <pc:docMk/>
            <pc:sldMk cId="2782996237" sldId="274"/>
            <ac:picMk id="6" creationId="{5E088E76-16BA-CB47-CC2C-C0E2ACE94B2D}"/>
          </ac:picMkLst>
        </pc:picChg>
      </pc:sldChg>
      <pc:sldChg chg="modSp add replId">
        <pc:chgData name="Guest User" userId="" providerId="Windows Live" clId="Web-{8C3E0497-8C32-6E4A-3127-C93B5BA82BA4}" dt="2024-11-20T11:25:26.881" v="4031" actId="20577"/>
        <pc:sldMkLst>
          <pc:docMk/>
          <pc:sldMk cId="1005428479" sldId="275"/>
        </pc:sldMkLst>
        <pc:spChg chg="mod">
          <ac:chgData name="Guest User" userId="" providerId="Windows Live" clId="Web-{8C3E0497-8C32-6E4A-3127-C93B5BA82BA4}" dt="2024-11-20T11:18:38.747" v="3944" actId="20577"/>
          <ac:spMkLst>
            <pc:docMk/>
            <pc:sldMk cId="1005428479" sldId="275"/>
            <ac:spMk id="2" creationId="{49482B2B-75AB-F297-3664-12F2E62C84DE}"/>
          </ac:spMkLst>
        </pc:spChg>
        <pc:spChg chg="mod">
          <ac:chgData name="Guest User" userId="" providerId="Windows Live" clId="Web-{8C3E0497-8C32-6E4A-3127-C93B5BA82BA4}" dt="2024-11-20T11:25:26.881" v="4031" actId="20577"/>
          <ac:spMkLst>
            <pc:docMk/>
            <pc:sldMk cId="1005428479" sldId="275"/>
            <ac:spMk id="3" creationId="{BB9CD09A-C211-D7FD-9364-AF24DC0B091A}"/>
          </ac:spMkLst>
        </pc:spChg>
      </pc:sldChg>
      <pc:sldChg chg="delSp modSp new mod modClrScheme chgLayout">
        <pc:chgData name="Guest User" userId="" providerId="Windows Live" clId="Web-{8C3E0497-8C32-6E4A-3127-C93B5BA82BA4}" dt="2024-11-20T10:57:11.544" v="3625"/>
        <pc:sldMkLst>
          <pc:docMk/>
          <pc:sldMk cId="3991003650" sldId="276"/>
        </pc:sldMkLst>
        <pc:spChg chg="mod ord">
          <ac:chgData name="Guest User" userId="" providerId="Windows Live" clId="Web-{8C3E0497-8C32-6E4A-3127-C93B5BA82BA4}" dt="2024-11-20T10:56:55.153" v="3624" actId="1076"/>
          <ac:spMkLst>
            <pc:docMk/>
            <pc:sldMk cId="3991003650" sldId="276"/>
            <ac:spMk id="2" creationId="{0835D15C-B740-CD45-7515-5D05E27B280B}"/>
          </ac:spMkLst>
        </pc:spChg>
        <pc:spChg chg="del">
          <ac:chgData name="Guest User" userId="" providerId="Windows Live" clId="Web-{8C3E0497-8C32-6E4A-3127-C93B5BA82BA4}" dt="2024-11-20T10:54:45.509" v="3615"/>
          <ac:spMkLst>
            <pc:docMk/>
            <pc:sldMk cId="3991003650" sldId="276"/>
            <ac:spMk id="3" creationId="{01BDBD9C-3257-8F84-3FD6-909EF6B89B39}"/>
          </ac:spMkLst>
        </pc:spChg>
        <pc:spChg chg="mod ord">
          <ac:chgData name="Guest User" userId="" providerId="Windows Live" clId="Web-{8C3E0497-8C32-6E4A-3127-C93B5BA82BA4}" dt="2024-11-20T10:54:45.509" v="3615"/>
          <ac:spMkLst>
            <pc:docMk/>
            <pc:sldMk cId="3991003650" sldId="276"/>
            <ac:spMk id="4" creationId="{D079BF90-1444-2186-A1E2-26CA62A75422}"/>
          </ac:spMkLst>
        </pc:spChg>
        <pc:spChg chg="del mod ord">
          <ac:chgData name="Guest User" userId="" providerId="Windows Live" clId="Web-{8C3E0497-8C32-6E4A-3127-C93B5BA82BA4}" dt="2024-11-20T10:57:11.544" v="3625"/>
          <ac:spMkLst>
            <pc:docMk/>
            <pc:sldMk cId="3991003650" sldId="276"/>
            <ac:spMk id="5" creationId="{257F12F1-E437-4006-4806-89539200E6CB}"/>
          </ac:spMkLst>
        </pc:spChg>
        <pc:spChg chg="mod ord">
          <ac:chgData name="Guest User" userId="" providerId="Windows Live" clId="Web-{8C3E0497-8C32-6E4A-3127-C93B5BA82BA4}" dt="2024-11-20T10:54:45.509" v="3615"/>
          <ac:spMkLst>
            <pc:docMk/>
            <pc:sldMk cId="3991003650" sldId="276"/>
            <ac:spMk id="6" creationId="{BD35DA4F-4EFC-9D4C-7F39-38384E829D87}"/>
          </ac:spMkLst>
        </pc:spChg>
      </pc:sldChg>
    </pc:docChg>
  </pc:docChgLst>
  <pc:docChgLst>
    <pc:chgData name="Gastbenutzer" providerId="Windows Live" clId="Web-{72F7CAE8-3F38-345E-679E-2CD7FA1B948C}"/>
    <pc:docChg chg="addSld modSld sldOrd">
      <pc:chgData name="Gastbenutzer" userId="" providerId="Windows Live" clId="Web-{72F7CAE8-3F38-345E-679E-2CD7FA1B948C}" dt="2024-11-19T21:31:23.994" v="89" actId="20577"/>
      <pc:docMkLst>
        <pc:docMk/>
      </pc:docMkLst>
      <pc:sldChg chg="modSp">
        <pc:chgData name="Gastbenutzer" userId="" providerId="Windows Live" clId="Web-{72F7CAE8-3F38-345E-679E-2CD7FA1B948C}" dt="2024-11-19T21:29:52.507" v="60" actId="20577"/>
        <pc:sldMkLst>
          <pc:docMk/>
          <pc:sldMk cId="1430961997" sldId="257"/>
        </pc:sldMkLst>
        <pc:spChg chg="mod">
          <ac:chgData name="Gastbenutzer" userId="" providerId="Windows Live" clId="Web-{72F7CAE8-3F38-345E-679E-2CD7FA1B948C}" dt="2024-11-19T21:27:44.502" v="7" actId="20577"/>
          <ac:spMkLst>
            <pc:docMk/>
            <pc:sldMk cId="1430961997" sldId="257"/>
            <ac:spMk id="2" creationId="{3B089F73-5C29-A837-587F-703E944A2FA3}"/>
          </ac:spMkLst>
        </pc:spChg>
        <pc:spChg chg="mod">
          <ac:chgData name="Gastbenutzer" userId="" providerId="Windows Live" clId="Web-{72F7CAE8-3F38-345E-679E-2CD7FA1B948C}" dt="2024-11-19T21:29:52.507" v="60" actId="20577"/>
          <ac:spMkLst>
            <pc:docMk/>
            <pc:sldMk cId="1430961997" sldId="257"/>
            <ac:spMk id="3" creationId="{8A717BE5-9AC3-E92D-3A11-D850901149E8}"/>
          </ac:spMkLst>
        </pc:spChg>
      </pc:sldChg>
      <pc:sldChg chg="modSp">
        <pc:chgData name="Gastbenutzer" userId="" providerId="Windows Live" clId="Web-{72F7CAE8-3F38-345E-679E-2CD7FA1B948C}" dt="2024-11-19T21:30:39.993" v="77" actId="20577"/>
        <pc:sldMkLst>
          <pc:docMk/>
          <pc:sldMk cId="1761029063" sldId="258"/>
        </pc:sldMkLst>
        <pc:spChg chg="mod">
          <ac:chgData name="Gastbenutzer" userId="" providerId="Windows Live" clId="Web-{72F7CAE8-3F38-345E-679E-2CD7FA1B948C}" dt="2024-11-19T21:30:39.993" v="77" actId="20577"/>
          <ac:spMkLst>
            <pc:docMk/>
            <pc:sldMk cId="1761029063" sldId="258"/>
            <ac:spMk id="2" creationId="{F1477F0A-DC23-6A14-A4AD-0ABD3FC3DF3F}"/>
          </ac:spMkLst>
        </pc:spChg>
      </pc:sldChg>
      <pc:sldChg chg="modSp new">
        <pc:chgData name="Gastbenutzer" userId="" providerId="Windows Live" clId="Web-{72F7CAE8-3F38-345E-679E-2CD7FA1B948C}" dt="2024-11-19T21:30:22.070" v="71" actId="20577"/>
        <pc:sldMkLst>
          <pc:docMk/>
          <pc:sldMk cId="2366347556" sldId="259"/>
        </pc:sldMkLst>
        <pc:spChg chg="mod">
          <ac:chgData name="Gastbenutzer" userId="" providerId="Windows Live" clId="Web-{72F7CAE8-3F38-345E-679E-2CD7FA1B948C}" dt="2024-11-19T21:30:22.070" v="71" actId="20577"/>
          <ac:spMkLst>
            <pc:docMk/>
            <pc:sldMk cId="2366347556" sldId="259"/>
            <ac:spMk id="2" creationId="{D5285CA8-3353-2AA7-D98D-90D976542B41}"/>
          </ac:spMkLst>
        </pc:spChg>
      </pc:sldChg>
      <pc:sldChg chg="modSp new ord">
        <pc:chgData name="Gastbenutzer" userId="" providerId="Windows Live" clId="Web-{72F7CAE8-3F38-345E-679E-2CD7FA1B948C}" dt="2024-11-19T21:31:02.103" v="83"/>
        <pc:sldMkLst>
          <pc:docMk/>
          <pc:sldMk cId="383304143" sldId="260"/>
        </pc:sldMkLst>
        <pc:spChg chg="mod">
          <ac:chgData name="Gastbenutzer" userId="" providerId="Windows Live" clId="Web-{72F7CAE8-3F38-345E-679E-2CD7FA1B948C}" dt="2024-11-19T21:30:34.633" v="73" actId="20577"/>
          <ac:spMkLst>
            <pc:docMk/>
            <pc:sldMk cId="383304143" sldId="260"/>
            <ac:spMk id="2" creationId="{1FE7C164-6730-9B63-A03B-A241104E2B4F}"/>
          </ac:spMkLst>
        </pc:spChg>
      </pc:sldChg>
      <pc:sldChg chg="modSp new">
        <pc:chgData name="Gastbenutzer" userId="" providerId="Windows Live" clId="Web-{72F7CAE8-3F38-345E-679E-2CD7FA1B948C}" dt="2024-11-19T21:30:58.212" v="82" actId="20577"/>
        <pc:sldMkLst>
          <pc:docMk/>
          <pc:sldMk cId="2552060983" sldId="261"/>
        </pc:sldMkLst>
        <pc:spChg chg="mod">
          <ac:chgData name="Gastbenutzer" userId="" providerId="Windows Live" clId="Web-{72F7CAE8-3F38-345E-679E-2CD7FA1B948C}" dt="2024-11-19T21:30:58.212" v="82" actId="20577"/>
          <ac:spMkLst>
            <pc:docMk/>
            <pc:sldMk cId="2552060983" sldId="261"/>
            <ac:spMk id="2" creationId="{49482B2B-75AB-F297-3664-12F2E62C84DE}"/>
          </ac:spMkLst>
        </pc:spChg>
      </pc:sldChg>
      <pc:sldChg chg="modSp new">
        <pc:chgData name="Gastbenutzer" userId="" providerId="Windows Live" clId="Web-{72F7CAE8-3F38-345E-679E-2CD7FA1B948C}" dt="2024-11-19T21:31:23.994" v="89" actId="20577"/>
        <pc:sldMkLst>
          <pc:docMk/>
          <pc:sldMk cId="264574979" sldId="262"/>
        </pc:sldMkLst>
        <pc:spChg chg="mod">
          <ac:chgData name="Gastbenutzer" userId="" providerId="Windows Live" clId="Web-{72F7CAE8-3F38-345E-679E-2CD7FA1B948C}" dt="2024-11-19T21:31:23.994" v="89" actId="20577"/>
          <ac:spMkLst>
            <pc:docMk/>
            <pc:sldMk cId="264574979" sldId="262"/>
            <ac:spMk id="2" creationId="{627A3188-0AD1-55E7-FC18-C0FED135F18C}"/>
          </ac:spMkLst>
        </pc:spChg>
      </pc:sldChg>
    </pc:docChg>
  </pc:docChgLst>
  <pc:docChgLst>
    <pc:chgData name="Gastbenutzer" providerId="Windows Live" clId="Web-{1E80B57E-0034-07D7-AB23-7B2CE49409E1}"/>
    <pc:docChg chg="addSld modSld">
      <pc:chgData name="Gastbenutzer" userId="" providerId="Windows Live" clId="Web-{1E80B57E-0034-07D7-AB23-7B2CE49409E1}" dt="2024-11-20T17:42:13.504" v="38" actId="20577"/>
      <pc:docMkLst>
        <pc:docMk/>
      </pc:docMkLst>
      <pc:sldChg chg="modSp">
        <pc:chgData name="Gastbenutzer" userId="" providerId="Windows Live" clId="Web-{1E80B57E-0034-07D7-AB23-7B2CE49409E1}" dt="2024-11-20T17:42:13.504" v="38" actId="20577"/>
        <pc:sldMkLst>
          <pc:docMk/>
          <pc:sldMk cId="3229753078" sldId="270"/>
        </pc:sldMkLst>
        <pc:spChg chg="mod">
          <ac:chgData name="Gastbenutzer" userId="" providerId="Windows Live" clId="Web-{1E80B57E-0034-07D7-AB23-7B2CE49409E1}" dt="2024-11-20T17:42:13.504" v="38" actId="20577"/>
          <ac:spMkLst>
            <pc:docMk/>
            <pc:sldMk cId="3229753078" sldId="270"/>
            <ac:spMk id="3" creationId="{BB9CD09A-C211-D7FD-9364-AF24DC0B091A}"/>
          </ac:spMkLst>
        </pc:spChg>
      </pc:sldChg>
      <pc:sldChg chg="modSp new">
        <pc:chgData name="Gastbenutzer" userId="" providerId="Windows Live" clId="Web-{1E80B57E-0034-07D7-AB23-7B2CE49409E1}" dt="2024-11-20T17:38:50.825" v="21" actId="20577"/>
        <pc:sldMkLst>
          <pc:docMk/>
          <pc:sldMk cId="3853982705" sldId="279"/>
        </pc:sldMkLst>
        <pc:spChg chg="mod">
          <ac:chgData name="Gastbenutzer" userId="" providerId="Windows Live" clId="Web-{1E80B57E-0034-07D7-AB23-7B2CE49409E1}" dt="2024-11-20T17:38:50.825" v="21" actId="20577"/>
          <ac:spMkLst>
            <pc:docMk/>
            <pc:sldMk cId="3853982705" sldId="279"/>
            <ac:spMk id="2" creationId="{1ACF0FFE-B729-5EF0-A21B-93C4093B835D}"/>
          </ac:spMkLst>
        </pc:spChg>
        <pc:spChg chg="mod">
          <ac:chgData name="Gastbenutzer" userId="" providerId="Windows Live" clId="Web-{1E80B57E-0034-07D7-AB23-7B2CE49409E1}" dt="2024-11-20T17:38:34.480" v="13" actId="20577"/>
          <ac:spMkLst>
            <pc:docMk/>
            <pc:sldMk cId="3853982705" sldId="279"/>
            <ac:spMk id="3" creationId="{370C5FC3-98F8-A5BF-8EFA-6DAFF0E037DE}"/>
          </ac:spMkLst>
        </pc:spChg>
      </pc:sldChg>
      <pc:sldChg chg="modSp new">
        <pc:chgData name="Gastbenutzer" userId="" providerId="Windows Live" clId="Web-{1E80B57E-0034-07D7-AB23-7B2CE49409E1}" dt="2024-11-20T17:39:23.201" v="28" actId="20577"/>
        <pc:sldMkLst>
          <pc:docMk/>
          <pc:sldMk cId="2631524534" sldId="280"/>
        </pc:sldMkLst>
        <pc:spChg chg="mod">
          <ac:chgData name="Gastbenutzer" userId="" providerId="Windows Live" clId="Web-{1E80B57E-0034-07D7-AB23-7B2CE49409E1}" dt="2024-11-20T17:39:09.403" v="25" actId="20577"/>
          <ac:spMkLst>
            <pc:docMk/>
            <pc:sldMk cId="2631524534" sldId="280"/>
            <ac:spMk id="2" creationId="{6E079AB9-2E90-65AD-71D2-1303BAFD2BEB}"/>
          </ac:spMkLst>
        </pc:spChg>
        <pc:spChg chg="mod">
          <ac:chgData name="Gastbenutzer" userId="" providerId="Windows Live" clId="Web-{1E80B57E-0034-07D7-AB23-7B2CE49409E1}" dt="2024-11-20T17:39:23.201" v="28" actId="20577"/>
          <ac:spMkLst>
            <pc:docMk/>
            <pc:sldMk cId="2631524534" sldId="280"/>
            <ac:spMk id="3" creationId="{C89D0FFE-0EDB-2DFF-A96D-C33987D0E3BC}"/>
          </ac:spMkLst>
        </pc:spChg>
      </pc:sldChg>
    </pc:docChg>
  </pc:docChgLst>
  <pc:docChgLst>
    <pc:chgData name="Jamie Mano" userId="d4a8b9301d6a25e9" providerId="LiveId" clId="{C5FA9E18-57C2-4C70-A456-2ED4DDF15F03}"/>
    <pc:docChg chg="undo custSel addSld delSld modSld sldOrd">
      <pc:chgData name="Jamie Mano" userId="d4a8b9301d6a25e9" providerId="LiveId" clId="{C5FA9E18-57C2-4C70-A456-2ED4DDF15F03}" dt="2024-11-20T18:32:24.827" v="754" actId="20577"/>
      <pc:docMkLst>
        <pc:docMk/>
      </pc:docMkLst>
      <pc:sldChg chg="new">
        <pc:chgData name="Jamie Mano" userId="d4a8b9301d6a25e9" providerId="LiveId" clId="{C5FA9E18-57C2-4C70-A456-2ED4DDF15F03}" dt="2024-11-19T19:51:12.780" v="17" actId="680"/>
        <pc:sldMkLst>
          <pc:docMk/>
          <pc:sldMk cId="1430961997" sldId="257"/>
        </pc:sldMkLst>
      </pc:sldChg>
      <pc:sldChg chg="del">
        <pc:chgData name="Jamie Mano" userId="d4a8b9301d6a25e9" providerId="LiveId" clId="{C5FA9E18-57C2-4C70-A456-2ED4DDF15F03}" dt="2024-11-19T19:51:04.304" v="0" actId="47"/>
        <pc:sldMkLst>
          <pc:docMk/>
          <pc:sldMk cId="4202153294" sldId="257"/>
        </pc:sldMkLst>
      </pc:sldChg>
      <pc:sldChg chg="new">
        <pc:chgData name="Jamie Mano" userId="d4a8b9301d6a25e9" providerId="LiveId" clId="{C5FA9E18-57C2-4C70-A456-2ED4DDF15F03}" dt="2024-11-19T19:51:16.488" v="18" actId="680"/>
        <pc:sldMkLst>
          <pc:docMk/>
          <pc:sldMk cId="1761029063" sldId="258"/>
        </pc:sldMkLst>
      </pc:sldChg>
      <pc:sldChg chg="del">
        <pc:chgData name="Jamie Mano" userId="d4a8b9301d6a25e9" providerId="LiveId" clId="{C5FA9E18-57C2-4C70-A456-2ED4DDF15F03}" dt="2024-11-19T19:51:05.074" v="2" actId="47"/>
        <pc:sldMkLst>
          <pc:docMk/>
          <pc:sldMk cId="3950273244" sldId="258"/>
        </pc:sldMkLst>
      </pc:sldChg>
      <pc:sldChg chg="del">
        <pc:chgData name="Jamie Mano" userId="d4a8b9301d6a25e9" providerId="LiveId" clId="{C5FA9E18-57C2-4C70-A456-2ED4DDF15F03}" dt="2024-11-19T19:51:07.031" v="13" actId="47"/>
        <pc:sldMkLst>
          <pc:docMk/>
          <pc:sldMk cId="452470369" sldId="259"/>
        </pc:sldMkLst>
      </pc:sldChg>
      <pc:sldChg chg="del">
        <pc:chgData name="Jamie Mano" userId="d4a8b9301d6a25e9" providerId="LiveId" clId="{C5FA9E18-57C2-4C70-A456-2ED4DDF15F03}" dt="2024-11-19T19:51:04.745" v="1" actId="47"/>
        <pc:sldMkLst>
          <pc:docMk/>
          <pc:sldMk cId="3693502020" sldId="261"/>
        </pc:sldMkLst>
      </pc:sldChg>
      <pc:sldChg chg="del">
        <pc:chgData name="Jamie Mano" userId="d4a8b9301d6a25e9" providerId="LiveId" clId="{C5FA9E18-57C2-4C70-A456-2ED4DDF15F03}" dt="2024-11-19T19:51:05.308" v="3" actId="47"/>
        <pc:sldMkLst>
          <pc:docMk/>
          <pc:sldMk cId="1693509073" sldId="262"/>
        </pc:sldMkLst>
      </pc:sldChg>
      <pc:sldChg chg="del">
        <pc:chgData name="Jamie Mano" userId="d4a8b9301d6a25e9" providerId="LiveId" clId="{C5FA9E18-57C2-4C70-A456-2ED4DDF15F03}" dt="2024-11-19T19:51:05.470" v="4" actId="47"/>
        <pc:sldMkLst>
          <pc:docMk/>
          <pc:sldMk cId="2288340786" sldId="263"/>
        </pc:sldMkLst>
      </pc:sldChg>
      <pc:sldChg chg="del">
        <pc:chgData name="Jamie Mano" userId="d4a8b9301d6a25e9" providerId="LiveId" clId="{C5FA9E18-57C2-4C70-A456-2ED4DDF15F03}" dt="2024-11-19T19:51:05.606" v="5" actId="47"/>
        <pc:sldMkLst>
          <pc:docMk/>
          <pc:sldMk cId="1949346890" sldId="264"/>
        </pc:sldMkLst>
      </pc:sldChg>
      <pc:sldChg chg="del">
        <pc:chgData name="Jamie Mano" userId="d4a8b9301d6a25e9" providerId="LiveId" clId="{C5FA9E18-57C2-4C70-A456-2ED4DDF15F03}" dt="2024-11-19T19:51:05.800" v="6" actId="47"/>
        <pc:sldMkLst>
          <pc:docMk/>
          <pc:sldMk cId="3444527766" sldId="265"/>
        </pc:sldMkLst>
      </pc:sldChg>
      <pc:sldChg chg="del">
        <pc:chgData name="Jamie Mano" userId="d4a8b9301d6a25e9" providerId="LiveId" clId="{C5FA9E18-57C2-4C70-A456-2ED4DDF15F03}" dt="2024-11-19T19:51:06.876" v="12" actId="47"/>
        <pc:sldMkLst>
          <pc:docMk/>
          <pc:sldMk cId="189819540" sldId="266"/>
        </pc:sldMkLst>
      </pc:sldChg>
      <pc:sldChg chg="del">
        <pc:chgData name="Jamie Mano" userId="d4a8b9301d6a25e9" providerId="LiveId" clId="{C5FA9E18-57C2-4C70-A456-2ED4DDF15F03}" dt="2024-11-19T19:51:07.259" v="14" actId="47"/>
        <pc:sldMkLst>
          <pc:docMk/>
          <pc:sldMk cId="3485987413" sldId="267"/>
        </pc:sldMkLst>
      </pc:sldChg>
      <pc:sldChg chg="del">
        <pc:chgData name="Jamie Mano" userId="d4a8b9301d6a25e9" providerId="LiveId" clId="{C5FA9E18-57C2-4C70-A456-2ED4DDF15F03}" dt="2024-11-19T19:51:07.460" v="15" actId="47"/>
        <pc:sldMkLst>
          <pc:docMk/>
          <pc:sldMk cId="1423634577" sldId="268"/>
        </pc:sldMkLst>
      </pc:sldChg>
      <pc:sldChg chg="addSp delSp modSp mod modClrScheme chgLayout">
        <pc:chgData name="Jamie Mano" userId="d4a8b9301d6a25e9" providerId="LiveId" clId="{C5FA9E18-57C2-4C70-A456-2ED4DDF15F03}" dt="2024-11-20T17:09:54.246" v="725" actId="113"/>
        <pc:sldMkLst>
          <pc:docMk/>
          <pc:sldMk cId="3422983986" sldId="269"/>
        </pc:sldMkLst>
        <pc:spChg chg="mod">
          <ac:chgData name="Jamie Mano" userId="d4a8b9301d6a25e9" providerId="LiveId" clId="{C5FA9E18-57C2-4C70-A456-2ED4DDF15F03}" dt="2024-11-20T16:59:16.501" v="359" actId="20577"/>
          <ac:spMkLst>
            <pc:docMk/>
            <pc:sldMk cId="3422983986" sldId="269"/>
            <ac:spMk id="2" creationId="{49482B2B-75AB-F297-3664-12F2E62C84DE}"/>
          </ac:spMkLst>
        </pc:spChg>
        <pc:spChg chg="mod">
          <ac:chgData name="Jamie Mano" userId="d4a8b9301d6a25e9" providerId="LiveId" clId="{C5FA9E18-57C2-4C70-A456-2ED4DDF15F03}" dt="2024-11-20T17:09:54.246" v="725" actId="113"/>
          <ac:spMkLst>
            <pc:docMk/>
            <pc:sldMk cId="3422983986" sldId="269"/>
            <ac:spMk id="3" creationId="{BB9CD09A-C211-D7FD-9364-AF24DC0B091A}"/>
          </ac:spMkLst>
        </pc:spChg>
        <pc:spChg chg="mod ord">
          <ac:chgData name="Jamie Mano" userId="d4a8b9301d6a25e9" providerId="LiveId" clId="{C5FA9E18-57C2-4C70-A456-2ED4DDF15F03}" dt="2024-11-20T16:31:33.595" v="35" actId="26606"/>
          <ac:spMkLst>
            <pc:docMk/>
            <pc:sldMk cId="3422983986" sldId="269"/>
            <ac:spMk id="4" creationId="{1C81E1D1-55E7-165C-8274-6EE8E4E97D50}"/>
          </ac:spMkLst>
        </pc:spChg>
        <pc:spChg chg="add del mod">
          <ac:chgData name="Jamie Mano" userId="d4a8b9301d6a25e9" providerId="LiveId" clId="{C5FA9E18-57C2-4C70-A456-2ED4DDF15F03}" dt="2024-11-20T16:31:33.590" v="34" actId="26606"/>
          <ac:spMkLst>
            <pc:docMk/>
            <pc:sldMk cId="3422983986" sldId="269"/>
            <ac:spMk id="11" creationId="{5E12A1A7-8075-2675-6C35-8C0CCF61C71D}"/>
          </ac:spMkLst>
        </pc:spChg>
        <pc:spChg chg="add del mod">
          <ac:chgData name="Jamie Mano" userId="d4a8b9301d6a25e9" providerId="LiveId" clId="{C5FA9E18-57C2-4C70-A456-2ED4DDF15F03}" dt="2024-11-20T16:31:33.590" v="34" actId="26606"/>
          <ac:spMkLst>
            <pc:docMk/>
            <pc:sldMk cId="3422983986" sldId="269"/>
            <ac:spMk id="13" creationId="{37E67D6B-9B83-945A-E00E-3F1575D5A682}"/>
          </ac:spMkLst>
        </pc:spChg>
        <pc:spChg chg="add mod">
          <ac:chgData name="Jamie Mano" userId="d4a8b9301d6a25e9" providerId="LiveId" clId="{C5FA9E18-57C2-4C70-A456-2ED4DDF15F03}" dt="2024-11-20T16:31:33.595" v="35" actId="26606"/>
          <ac:spMkLst>
            <pc:docMk/>
            <pc:sldMk cId="3422983986" sldId="269"/>
            <ac:spMk id="15" creationId="{A54C921C-7BE0-33A0-656F-C9475521F63F}"/>
          </ac:spMkLst>
        </pc:spChg>
        <pc:spChg chg="add mod">
          <ac:chgData name="Jamie Mano" userId="d4a8b9301d6a25e9" providerId="LiveId" clId="{C5FA9E18-57C2-4C70-A456-2ED4DDF15F03}" dt="2024-11-20T16:31:33.595" v="35" actId="26606"/>
          <ac:spMkLst>
            <pc:docMk/>
            <pc:sldMk cId="3422983986" sldId="269"/>
            <ac:spMk id="16" creationId="{EBC75791-74FC-D397-280A-A04F15386F78}"/>
          </ac:spMkLst>
        </pc:spChg>
        <pc:picChg chg="add del mod ord">
          <ac:chgData name="Jamie Mano" userId="d4a8b9301d6a25e9" providerId="LiveId" clId="{C5FA9E18-57C2-4C70-A456-2ED4DDF15F03}" dt="2024-11-20T16:33:29.794" v="44" actId="478"/>
          <ac:picMkLst>
            <pc:docMk/>
            <pc:sldMk cId="3422983986" sldId="269"/>
            <ac:picMk id="6" creationId="{A92DFB60-841F-504C-C121-37318414ED63}"/>
          </ac:picMkLst>
        </pc:picChg>
        <pc:picChg chg="add mod modCrop">
          <ac:chgData name="Jamie Mano" userId="d4a8b9301d6a25e9" providerId="LiveId" clId="{C5FA9E18-57C2-4C70-A456-2ED4DDF15F03}" dt="2024-11-20T16:58:02.351" v="347" actId="1076"/>
          <ac:picMkLst>
            <pc:docMk/>
            <pc:sldMk cId="3422983986" sldId="269"/>
            <ac:picMk id="8" creationId="{2B710823-083E-1CE9-93C0-AADD629FA779}"/>
          </ac:picMkLst>
        </pc:picChg>
        <pc:picChg chg="add mod">
          <ac:chgData name="Jamie Mano" userId="d4a8b9301d6a25e9" providerId="LiveId" clId="{C5FA9E18-57C2-4C70-A456-2ED4DDF15F03}" dt="2024-11-20T16:42:47.759" v="188" actId="1076"/>
          <ac:picMkLst>
            <pc:docMk/>
            <pc:sldMk cId="3422983986" sldId="269"/>
            <ac:picMk id="1026" creationId="{91313AD9-7168-404C-A304-9C456BEA4E05}"/>
          </ac:picMkLst>
        </pc:picChg>
      </pc:sldChg>
      <pc:sldChg chg="del">
        <pc:chgData name="Jamie Mano" userId="d4a8b9301d6a25e9" providerId="LiveId" clId="{C5FA9E18-57C2-4C70-A456-2ED4DDF15F03}" dt="2024-11-19T19:51:06.170" v="8" actId="47"/>
        <pc:sldMkLst>
          <pc:docMk/>
          <pc:sldMk cId="4152933751" sldId="269"/>
        </pc:sldMkLst>
      </pc:sldChg>
      <pc:sldChg chg="del">
        <pc:chgData name="Jamie Mano" userId="d4a8b9301d6a25e9" providerId="LiveId" clId="{C5FA9E18-57C2-4C70-A456-2ED4DDF15F03}" dt="2024-11-19T19:51:06.318" v="9" actId="47"/>
        <pc:sldMkLst>
          <pc:docMk/>
          <pc:sldMk cId="1231946932" sldId="270"/>
        </pc:sldMkLst>
      </pc:sldChg>
      <pc:sldChg chg="del">
        <pc:chgData name="Jamie Mano" userId="d4a8b9301d6a25e9" providerId="LiveId" clId="{C5FA9E18-57C2-4C70-A456-2ED4DDF15F03}" dt="2024-11-19T19:51:07.613" v="16" actId="47"/>
        <pc:sldMkLst>
          <pc:docMk/>
          <pc:sldMk cId="3825950218" sldId="272"/>
        </pc:sldMkLst>
      </pc:sldChg>
      <pc:sldChg chg="del">
        <pc:chgData name="Jamie Mano" userId="d4a8b9301d6a25e9" providerId="LiveId" clId="{C5FA9E18-57C2-4C70-A456-2ED4DDF15F03}" dt="2024-11-19T19:51:06.503" v="10" actId="47"/>
        <pc:sldMkLst>
          <pc:docMk/>
          <pc:sldMk cId="2990146402" sldId="273"/>
        </pc:sldMkLst>
      </pc:sldChg>
      <pc:sldChg chg="del">
        <pc:chgData name="Jamie Mano" userId="d4a8b9301d6a25e9" providerId="LiveId" clId="{C5FA9E18-57C2-4C70-A456-2ED4DDF15F03}" dt="2024-11-19T19:51:05.992" v="7" actId="47"/>
        <pc:sldMkLst>
          <pc:docMk/>
          <pc:sldMk cId="3151824563" sldId="274"/>
        </pc:sldMkLst>
      </pc:sldChg>
      <pc:sldChg chg="modSp mod">
        <pc:chgData name="Jamie Mano" userId="d4a8b9301d6a25e9" providerId="LiveId" clId="{C5FA9E18-57C2-4C70-A456-2ED4DDF15F03}" dt="2024-11-20T18:31:56.463" v="751" actId="20577"/>
        <pc:sldMkLst>
          <pc:docMk/>
          <pc:sldMk cId="1005428479" sldId="275"/>
        </pc:sldMkLst>
        <pc:spChg chg="mod">
          <ac:chgData name="Jamie Mano" userId="d4a8b9301d6a25e9" providerId="LiveId" clId="{C5FA9E18-57C2-4C70-A456-2ED4DDF15F03}" dt="2024-11-20T16:49:26.639" v="321" actId="20577"/>
          <ac:spMkLst>
            <pc:docMk/>
            <pc:sldMk cId="1005428479" sldId="275"/>
            <ac:spMk id="2" creationId="{49482B2B-75AB-F297-3664-12F2E62C84DE}"/>
          </ac:spMkLst>
        </pc:spChg>
        <pc:spChg chg="mod">
          <ac:chgData name="Jamie Mano" userId="d4a8b9301d6a25e9" providerId="LiveId" clId="{C5FA9E18-57C2-4C70-A456-2ED4DDF15F03}" dt="2024-11-20T18:31:56.463" v="751" actId="20577"/>
          <ac:spMkLst>
            <pc:docMk/>
            <pc:sldMk cId="1005428479" sldId="275"/>
            <ac:spMk id="3" creationId="{BB9CD09A-C211-D7FD-9364-AF24DC0B091A}"/>
          </ac:spMkLst>
        </pc:spChg>
      </pc:sldChg>
      <pc:sldChg chg="del">
        <pc:chgData name="Jamie Mano" userId="d4a8b9301d6a25e9" providerId="LiveId" clId="{C5FA9E18-57C2-4C70-A456-2ED4DDF15F03}" dt="2024-11-19T19:51:06.685" v="11" actId="47"/>
        <pc:sldMkLst>
          <pc:docMk/>
          <pc:sldMk cId="3334574517" sldId="275"/>
        </pc:sldMkLst>
      </pc:sldChg>
      <pc:sldChg chg="addSp delSp modSp new mod">
        <pc:chgData name="Jamie Mano" userId="d4a8b9301d6a25e9" providerId="LiveId" clId="{C5FA9E18-57C2-4C70-A456-2ED4DDF15F03}" dt="2024-11-20T16:46:56.446" v="285" actId="1076"/>
        <pc:sldMkLst>
          <pc:docMk/>
          <pc:sldMk cId="701042460" sldId="277"/>
        </pc:sldMkLst>
        <pc:spChg chg="mod">
          <ac:chgData name="Jamie Mano" userId="d4a8b9301d6a25e9" providerId="LiveId" clId="{C5FA9E18-57C2-4C70-A456-2ED4DDF15F03}" dt="2024-11-20T16:45:46.803" v="222" actId="1076"/>
          <ac:spMkLst>
            <pc:docMk/>
            <pc:sldMk cId="701042460" sldId="277"/>
            <ac:spMk id="2" creationId="{4B7216A7-14A8-7872-6A2B-E158EF5E8EAE}"/>
          </ac:spMkLst>
        </pc:spChg>
        <pc:spChg chg="del">
          <ac:chgData name="Jamie Mano" userId="d4a8b9301d6a25e9" providerId="LiveId" clId="{C5FA9E18-57C2-4C70-A456-2ED4DDF15F03}" dt="2024-11-20T16:46:40.004" v="266" actId="478"/>
          <ac:spMkLst>
            <pc:docMk/>
            <pc:sldMk cId="701042460" sldId="277"/>
            <ac:spMk id="3" creationId="{50B4E69F-4C31-71C0-DA7C-F965EA14ABC8}"/>
          </ac:spMkLst>
        </pc:spChg>
        <pc:spChg chg="add mod">
          <ac:chgData name="Jamie Mano" userId="d4a8b9301d6a25e9" providerId="LiveId" clId="{C5FA9E18-57C2-4C70-A456-2ED4DDF15F03}" dt="2024-11-20T16:46:51.547" v="284" actId="20577"/>
          <ac:spMkLst>
            <pc:docMk/>
            <pc:sldMk cId="701042460" sldId="277"/>
            <ac:spMk id="13" creationId="{59E014ED-3E58-4476-6086-7D3847597F62}"/>
          </ac:spMkLst>
        </pc:spChg>
        <pc:picChg chg="add del mod">
          <ac:chgData name="Jamie Mano" userId="d4a8b9301d6a25e9" providerId="LiveId" clId="{C5FA9E18-57C2-4C70-A456-2ED4DDF15F03}" dt="2024-11-20T16:46:56.446" v="285" actId="1076"/>
          <ac:picMkLst>
            <pc:docMk/>
            <pc:sldMk cId="701042460" sldId="277"/>
            <ac:picMk id="9" creationId="{0E44EDA7-3BD7-3E85-8E4C-94608F28E783}"/>
          </ac:picMkLst>
        </pc:picChg>
        <pc:picChg chg="add mod">
          <ac:chgData name="Jamie Mano" userId="d4a8b9301d6a25e9" providerId="LiveId" clId="{C5FA9E18-57C2-4C70-A456-2ED4DDF15F03}" dt="2024-11-20T16:45:12.468" v="216" actId="1076"/>
          <ac:picMkLst>
            <pc:docMk/>
            <pc:sldMk cId="701042460" sldId="277"/>
            <ac:picMk id="11" creationId="{A368B8AC-F36B-6196-CE30-4DB7CBEF3686}"/>
          </ac:picMkLst>
        </pc:picChg>
      </pc:sldChg>
      <pc:sldChg chg="addSp delSp modSp new mod ord">
        <pc:chgData name="Jamie Mano" userId="d4a8b9301d6a25e9" providerId="LiveId" clId="{C5FA9E18-57C2-4C70-A456-2ED4DDF15F03}" dt="2024-11-20T18:32:24.827" v="754" actId="20577"/>
        <pc:sldMkLst>
          <pc:docMk/>
          <pc:sldMk cId="3256506417" sldId="278"/>
        </pc:sldMkLst>
        <pc:spChg chg="mod">
          <ac:chgData name="Jamie Mano" userId="d4a8b9301d6a25e9" providerId="LiveId" clId="{C5FA9E18-57C2-4C70-A456-2ED4DDF15F03}" dt="2024-11-20T17:00:50.621" v="411" actId="20577"/>
          <ac:spMkLst>
            <pc:docMk/>
            <pc:sldMk cId="3256506417" sldId="278"/>
            <ac:spMk id="2" creationId="{599C99D1-2086-3182-B6C8-4CF044CE433D}"/>
          </ac:spMkLst>
        </pc:spChg>
        <pc:spChg chg="del">
          <ac:chgData name="Jamie Mano" userId="d4a8b9301d6a25e9" providerId="LiveId" clId="{C5FA9E18-57C2-4C70-A456-2ED4DDF15F03}" dt="2024-11-20T16:59:30.886" v="361" actId="478"/>
          <ac:spMkLst>
            <pc:docMk/>
            <pc:sldMk cId="3256506417" sldId="278"/>
            <ac:spMk id="3" creationId="{95C05C97-0A4B-64C0-2B9B-644B9D93F02E}"/>
          </ac:spMkLst>
        </pc:spChg>
        <pc:spChg chg="del">
          <ac:chgData name="Jamie Mano" userId="d4a8b9301d6a25e9" providerId="LiveId" clId="{C5FA9E18-57C2-4C70-A456-2ED4DDF15F03}" dt="2024-11-20T16:59:35.195" v="362" actId="478"/>
          <ac:spMkLst>
            <pc:docMk/>
            <pc:sldMk cId="3256506417" sldId="278"/>
            <ac:spMk id="4" creationId="{1AE9BCB5-1DAD-5379-DB2F-0C1467AC4418}"/>
          </ac:spMkLst>
        </pc:spChg>
        <pc:spChg chg="add mod">
          <ac:chgData name="Jamie Mano" userId="d4a8b9301d6a25e9" providerId="LiveId" clId="{C5FA9E18-57C2-4C70-A456-2ED4DDF15F03}" dt="2024-11-20T18:32:24.827" v="754" actId="20577"/>
          <ac:spMkLst>
            <pc:docMk/>
            <pc:sldMk cId="3256506417" sldId="278"/>
            <ac:spMk id="8" creationId="{7B003D24-DA84-7551-3892-3EC5BEF4538F}"/>
          </ac:spMkLst>
        </pc:spChg>
        <pc:spChg chg="add del">
          <ac:chgData name="Jamie Mano" userId="d4a8b9301d6a25e9" providerId="LiveId" clId="{C5FA9E18-57C2-4C70-A456-2ED4DDF15F03}" dt="2024-11-20T17:00:41.015" v="395" actId="22"/>
          <ac:spMkLst>
            <pc:docMk/>
            <pc:sldMk cId="3256506417" sldId="278"/>
            <ac:spMk id="10" creationId="{C7EBC252-82D5-9766-EF32-AC30F788D25F}"/>
          </ac:spMkLst>
        </pc:spChg>
      </pc:sldChg>
      <pc:sldChg chg="modSp new del mod">
        <pc:chgData name="Jamie Mano" userId="d4a8b9301d6a25e9" providerId="LiveId" clId="{C5FA9E18-57C2-4C70-A456-2ED4DDF15F03}" dt="2024-11-20T16:55:57.373" v="335" actId="2696"/>
        <pc:sldMkLst>
          <pc:docMk/>
          <pc:sldMk cId="3842648319" sldId="278"/>
        </pc:sldMkLst>
        <pc:spChg chg="mod">
          <ac:chgData name="Jamie Mano" userId="d4a8b9301d6a25e9" providerId="LiveId" clId="{C5FA9E18-57C2-4C70-A456-2ED4DDF15F03}" dt="2024-11-20T16:47:58.010" v="298" actId="20577"/>
          <ac:spMkLst>
            <pc:docMk/>
            <pc:sldMk cId="3842648319" sldId="278"/>
            <ac:spMk id="2" creationId="{373050B4-28E4-E6A7-69FA-555F21140FB4}"/>
          </ac:spMkLst>
        </pc:spChg>
      </pc:sldChg>
    </pc:docChg>
  </pc:docChgLst>
  <pc:docChgLst>
    <pc:chgData name="Gastbenutzer" providerId="Windows Live" clId="Web-{3ED2DAAC-9269-8ACC-19FC-62AFA3BD633A}"/>
    <pc:docChg chg="modSld">
      <pc:chgData name="Gastbenutzer" userId="" providerId="Windows Live" clId="Web-{3ED2DAAC-9269-8ACC-19FC-62AFA3BD633A}" dt="2024-11-20T03:16:24.332" v="139" actId="20577"/>
      <pc:docMkLst>
        <pc:docMk/>
      </pc:docMkLst>
      <pc:sldChg chg="modSp">
        <pc:chgData name="Gastbenutzer" userId="" providerId="Windows Live" clId="Web-{3ED2DAAC-9269-8ACC-19FC-62AFA3BD633A}" dt="2024-11-20T03:16:24.332" v="139" actId="20577"/>
        <pc:sldMkLst>
          <pc:docMk/>
          <pc:sldMk cId="2552060983" sldId="261"/>
        </pc:sldMkLst>
        <pc:spChg chg="mod">
          <ac:chgData name="Gastbenutzer" userId="" providerId="Windows Live" clId="Web-{3ED2DAAC-9269-8ACC-19FC-62AFA3BD633A}" dt="2024-11-20T03:16:24.332" v="139" actId="20577"/>
          <ac:spMkLst>
            <pc:docMk/>
            <pc:sldMk cId="2552060983" sldId="261"/>
            <ac:spMk id="3" creationId="{BB9CD09A-C211-D7FD-9364-AF24DC0B091A}"/>
          </ac:spMkLst>
        </pc:spChg>
      </pc:sldChg>
    </pc:docChg>
  </pc:docChgLst>
  <pc:docChgLst>
    <pc:chgData name="Guest User" providerId="Windows Live" clId="Web-{81E572B0-9164-4987-307C-0B7B0D99A0DC}"/>
    <pc:docChg chg="mod addSld delSld modSld sldOrd modMainMaster">
      <pc:chgData name="Guest User" userId="" providerId="Windows Live" clId="Web-{81E572B0-9164-4987-307C-0B7B0D99A0DC}" dt="2024-11-19T22:29:03.388" v="938" actId="20577"/>
      <pc:docMkLst>
        <pc:docMk/>
      </pc:docMkLst>
      <pc:sldChg chg="addSp delSp modSp">
        <pc:chgData name="Guest User" userId="" providerId="Windows Live" clId="Web-{81E572B0-9164-4987-307C-0B7B0D99A0DC}" dt="2024-11-19T22:17:56.544" v="529"/>
        <pc:sldMkLst>
          <pc:docMk/>
          <pc:sldMk cId="1013396328" sldId="256"/>
        </pc:sldMkLst>
        <pc:spChg chg="add del mod">
          <ac:chgData name="Guest User" userId="" providerId="Windows Live" clId="Web-{81E572B0-9164-4987-307C-0B7B0D99A0DC}" dt="2024-11-19T22:17:56.544" v="529"/>
          <ac:spMkLst>
            <pc:docMk/>
            <pc:sldMk cId="1013396328" sldId="256"/>
            <ac:spMk id="2" creationId="{235BF44A-FB94-1227-D130-9AFCF200B519}"/>
          </ac:spMkLst>
        </pc:spChg>
        <pc:spChg chg="add del mod">
          <ac:chgData name="Guest User" userId="" providerId="Windows Live" clId="Web-{81E572B0-9164-4987-307C-0B7B0D99A0DC}" dt="2024-11-19T22:17:56.544" v="529"/>
          <ac:spMkLst>
            <pc:docMk/>
            <pc:sldMk cId="1013396328" sldId="256"/>
            <ac:spMk id="3" creationId="{EEFBAC1D-420F-AB4C-AF0D-DEBA1039E94B}"/>
          </ac:spMkLst>
        </pc:spChg>
        <pc:spChg chg="mod">
          <ac:chgData name="Guest User" userId="" providerId="Windows Live" clId="Web-{81E572B0-9164-4987-307C-0B7B0D99A0DC}" dt="2024-11-19T22:16:48.261" v="503" actId="20577"/>
          <ac:spMkLst>
            <pc:docMk/>
            <pc:sldMk cId="1013396328" sldId="256"/>
            <ac:spMk id="6" creationId="{F852E1AC-70D6-D693-D5E8-3A13E3DB5EF6}"/>
          </ac:spMkLst>
        </pc:spChg>
      </pc:sldChg>
      <pc:sldChg chg="addSp modSp mod modClrScheme chgLayout">
        <pc:chgData name="Guest User" userId="" providerId="Windows Live" clId="Web-{81E572B0-9164-4987-307C-0B7B0D99A0DC}" dt="2024-11-19T22:19:58.406" v="596" actId="20577"/>
        <pc:sldMkLst>
          <pc:docMk/>
          <pc:sldMk cId="1430961997" sldId="257"/>
        </pc:sldMkLst>
        <pc:spChg chg="mod ord">
          <ac:chgData name="Guest User" userId="" providerId="Windows Live" clId="Web-{81E572B0-9164-4987-307C-0B7B0D99A0DC}" dt="2024-11-19T21:56:01.844" v="177" actId="1076"/>
          <ac:spMkLst>
            <pc:docMk/>
            <pc:sldMk cId="1430961997" sldId="257"/>
            <ac:spMk id="2" creationId="{3B089F73-5C29-A837-587F-703E944A2FA3}"/>
          </ac:spMkLst>
        </pc:spChg>
        <pc:spChg chg="mod ord">
          <ac:chgData name="Guest User" userId="" providerId="Windows Live" clId="Web-{81E572B0-9164-4987-307C-0B7B0D99A0DC}" dt="2024-11-19T22:13:47.256" v="452" actId="20577"/>
          <ac:spMkLst>
            <pc:docMk/>
            <pc:sldMk cId="1430961997" sldId="257"/>
            <ac:spMk id="3" creationId="{8A717BE5-9AC3-E92D-3A11-D850901149E8}"/>
          </ac:spMkLst>
        </pc:spChg>
        <pc:spChg chg="mod ord">
          <ac:chgData name="Guest User" userId="" providerId="Windows Live" clId="Web-{81E572B0-9164-4987-307C-0B7B0D99A0DC}" dt="2024-11-19T21:55:50.157" v="176"/>
          <ac:spMkLst>
            <pc:docMk/>
            <pc:sldMk cId="1430961997" sldId="257"/>
            <ac:spMk id="4" creationId="{97E2A4F4-4127-2D75-C1F6-BFB997D10332}"/>
          </ac:spMkLst>
        </pc:spChg>
        <pc:spChg chg="mod ord">
          <ac:chgData name="Guest User" userId="" providerId="Windows Live" clId="Web-{81E572B0-9164-4987-307C-0B7B0D99A0DC}" dt="2024-11-19T22:19:58.406" v="596" actId="20577"/>
          <ac:spMkLst>
            <pc:docMk/>
            <pc:sldMk cId="1430961997" sldId="257"/>
            <ac:spMk id="5" creationId="{E530F549-CDC9-82F6-43B2-1BFE72964064}"/>
          </ac:spMkLst>
        </pc:spChg>
        <pc:spChg chg="mod ord">
          <ac:chgData name="Guest User" userId="" providerId="Windows Live" clId="Web-{81E572B0-9164-4987-307C-0B7B0D99A0DC}" dt="2024-11-19T21:55:50.157" v="176"/>
          <ac:spMkLst>
            <pc:docMk/>
            <pc:sldMk cId="1430961997" sldId="257"/>
            <ac:spMk id="6" creationId="{C979B2D1-9924-A860-3427-12DB3249966D}"/>
          </ac:spMkLst>
        </pc:spChg>
        <pc:spChg chg="add mod ord">
          <ac:chgData name="Guest User" userId="" providerId="Windows Live" clId="Web-{81E572B0-9164-4987-307C-0B7B0D99A0DC}" dt="2024-11-19T21:55:50.157" v="176"/>
          <ac:spMkLst>
            <pc:docMk/>
            <pc:sldMk cId="1430961997" sldId="257"/>
            <ac:spMk id="7" creationId="{A3C6B4CB-42FA-03C2-A709-21DD03269A15}"/>
          </ac:spMkLst>
        </pc:spChg>
        <pc:spChg chg="add mod ord">
          <ac:chgData name="Guest User" userId="" providerId="Windows Live" clId="Web-{81E572B0-9164-4987-307C-0B7B0D99A0DC}" dt="2024-11-19T21:55:50.157" v="176"/>
          <ac:spMkLst>
            <pc:docMk/>
            <pc:sldMk cId="1430961997" sldId="257"/>
            <ac:spMk id="8" creationId="{A396B560-C3C1-DDFF-79DF-D4053D70002D}"/>
          </ac:spMkLst>
        </pc:spChg>
        <pc:spChg chg="add mod ord">
          <ac:chgData name="Guest User" userId="" providerId="Windows Live" clId="Web-{81E572B0-9164-4987-307C-0B7B0D99A0DC}" dt="2024-11-19T22:13:54.866" v="458" actId="20577"/>
          <ac:spMkLst>
            <pc:docMk/>
            <pc:sldMk cId="1430961997" sldId="257"/>
            <ac:spMk id="9" creationId="{B88226BF-181F-10DF-4E6C-A3B3A0011F99}"/>
          </ac:spMkLst>
        </pc:spChg>
      </pc:sldChg>
      <pc:sldChg chg="modSp">
        <pc:chgData name="Guest User" userId="" providerId="Windows Live" clId="Web-{81E572B0-9164-4987-307C-0B7B0D99A0DC}" dt="2024-11-19T22:25:26.070" v="742" actId="20577"/>
        <pc:sldMkLst>
          <pc:docMk/>
          <pc:sldMk cId="1761029063" sldId="258"/>
        </pc:sldMkLst>
        <pc:spChg chg="mod">
          <ac:chgData name="Guest User" userId="" providerId="Windows Live" clId="Web-{81E572B0-9164-4987-307C-0B7B0D99A0DC}" dt="2024-11-19T22:22:15.128" v="631" actId="20577"/>
          <ac:spMkLst>
            <pc:docMk/>
            <pc:sldMk cId="1761029063" sldId="258"/>
            <ac:spMk id="2" creationId="{F1477F0A-DC23-6A14-A4AD-0ABD3FC3DF3F}"/>
          </ac:spMkLst>
        </pc:spChg>
        <pc:spChg chg="mod">
          <ac:chgData name="Guest User" userId="" providerId="Windows Live" clId="Web-{81E572B0-9164-4987-307C-0B7B0D99A0DC}" dt="2024-11-19T22:25:26.070" v="742" actId="20577"/>
          <ac:spMkLst>
            <pc:docMk/>
            <pc:sldMk cId="1761029063" sldId="258"/>
            <ac:spMk id="3" creationId="{AFF3E283-E6A4-9F44-B99E-24823526E777}"/>
          </ac:spMkLst>
        </pc:spChg>
        <pc:spChg chg="mod">
          <ac:chgData name="Guest User" userId="" providerId="Windows Live" clId="Web-{81E572B0-9164-4987-307C-0B7B0D99A0DC}" dt="2024-11-19T22:19:48.312" v="594" actId="20577"/>
          <ac:spMkLst>
            <pc:docMk/>
            <pc:sldMk cId="1761029063" sldId="258"/>
            <ac:spMk id="5" creationId="{F9BA4203-8B0C-02FB-ACA9-99F3B4D57461}"/>
          </ac:spMkLst>
        </pc:spChg>
      </pc:sldChg>
      <pc:sldChg chg="modSp del">
        <pc:chgData name="Guest User" userId="" providerId="Windows Live" clId="Web-{81E572B0-9164-4987-307C-0B7B0D99A0DC}" dt="2024-11-19T22:23:50.521" v="686"/>
        <pc:sldMkLst>
          <pc:docMk/>
          <pc:sldMk cId="2366347556" sldId="259"/>
        </pc:sldMkLst>
        <pc:spChg chg="mod">
          <ac:chgData name="Guest User" userId="" providerId="Windows Live" clId="Web-{81E572B0-9164-4987-307C-0B7B0D99A0DC}" dt="2024-11-19T22:18:39.216" v="558"/>
          <ac:spMkLst>
            <pc:docMk/>
            <pc:sldMk cId="2366347556" sldId="259"/>
            <ac:spMk id="5" creationId="{33580256-1976-A8B0-E8F0-087CC5079173}"/>
          </ac:spMkLst>
        </pc:spChg>
      </pc:sldChg>
      <pc:sldChg chg="modSp">
        <pc:chgData name="Guest User" userId="" providerId="Windows Live" clId="Web-{81E572B0-9164-4987-307C-0B7B0D99A0DC}" dt="2024-11-19T22:24:01.334" v="693" actId="20577"/>
        <pc:sldMkLst>
          <pc:docMk/>
          <pc:sldMk cId="383304143" sldId="260"/>
        </pc:sldMkLst>
        <pc:spChg chg="mod">
          <ac:chgData name="Guest User" userId="" providerId="Windows Live" clId="Web-{81E572B0-9164-4987-307C-0B7B0D99A0DC}" dt="2024-11-19T22:22:06.206" v="630" actId="20577"/>
          <ac:spMkLst>
            <pc:docMk/>
            <pc:sldMk cId="383304143" sldId="260"/>
            <ac:spMk id="2" creationId="{1FE7C164-6730-9B63-A03B-A241104E2B4F}"/>
          </ac:spMkLst>
        </pc:spChg>
        <pc:spChg chg="mod">
          <ac:chgData name="Guest User" userId="" providerId="Windows Live" clId="Web-{81E572B0-9164-4987-307C-0B7B0D99A0DC}" dt="2024-11-19T22:23:37.036" v="683" actId="20577"/>
          <ac:spMkLst>
            <pc:docMk/>
            <pc:sldMk cId="383304143" sldId="260"/>
            <ac:spMk id="3" creationId="{EDE02980-F83F-A782-63D2-71BDF3648450}"/>
          </ac:spMkLst>
        </pc:spChg>
        <pc:spChg chg="mod">
          <ac:chgData name="Guest User" userId="" providerId="Windows Live" clId="Web-{81E572B0-9164-4987-307C-0B7B0D99A0DC}" dt="2024-11-19T22:24:01.334" v="693" actId="20577"/>
          <ac:spMkLst>
            <pc:docMk/>
            <pc:sldMk cId="383304143" sldId="260"/>
            <ac:spMk id="5" creationId="{219DC9CF-184B-1750-444D-F35DDE1A5094}"/>
          </ac:spMkLst>
        </pc:spChg>
      </pc:sldChg>
      <pc:sldChg chg="modSp">
        <pc:chgData name="Guest User" userId="" providerId="Windows Live" clId="Web-{81E572B0-9164-4987-307C-0B7B0D99A0DC}" dt="2024-11-19T22:21:07.783" v="615" actId="20577"/>
        <pc:sldMkLst>
          <pc:docMk/>
          <pc:sldMk cId="2552060983" sldId="261"/>
        </pc:sldMkLst>
        <pc:spChg chg="mod">
          <ac:chgData name="Guest User" userId="" providerId="Windows Live" clId="Web-{81E572B0-9164-4987-307C-0B7B0D99A0DC}" dt="2024-11-19T22:21:07.783" v="615" actId="20577"/>
          <ac:spMkLst>
            <pc:docMk/>
            <pc:sldMk cId="2552060983" sldId="261"/>
            <ac:spMk id="2" creationId="{49482B2B-75AB-F297-3664-12F2E62C84DE}"/>
          </ac:spMkLst>
        </pc:spChg>
        <pc:spChg chg="mod">
          <ac:chgData name="Guest User" userId="" providerId="Windows Live" clId="Web-{81E572B0-9164-4987-307C-0B7B0D99A0DC}" dt="2024-11-19T22:20:10.578" v="605" actId="20577"/>
          <ac:spMkLst>
            <pc:docMk/>
            <pc:sldMk cId="2552060983" sldId="261"/>
            <ac:spMk id="5" creationId="{E1EB4489-A8DA-8779-E330-A804AF946137}"/>
          </ac:spMkLst>
        </pc:spChg>
      </pc:sldChg>
      <pc:sldChg chg="modSp del">
        <pc:chgData name="Guest User" userId="" providerId="Windows Live" clId="Web-{81E572B0-9164-4987-307C-0B7B0D99A0DC}" dt="2024-11-19T22:23:54.037" v="687"/>
        <pc:sldMkLst>
          <pc:docMk/>
          <pc:sldMk cId="264574979" sldId="262"/>
        </pc:sldMkLst>
        <pc:spChg chg="mod">
          <ac:chgData name="Guest User" userId="" providerId="Windows Live" clId="Web-{81E572B0-9164-4987-307C-0B7B0D99A0DC}" dt="2024-11-19T22:18:39.216" v="558"/>
          <ac:spMkLst>
            <pc:docMk/>
            <pc:sldMk cId="264574979" sldId="262"/>
            <ac:spMk id="5" creationId="{AB902B43-126E-040D-728B-467E7B198F45}"/>
          </ac:spMkLst>
        </pc:spChg>
      </pc:sldChg>
      <pc:sldChg chg="modSp add replId">
        <pc:chgData name="Guest User" userId="" providerId="Windows Live" clId="Web-{81E572B0-9164-4987-307C-0B7B0D99A0DC}" dt="2024-11-19T22:21:13.423" v="622" actId="20577"/>
        <pc:sldMkLst>
          <pc:docMk/>
          <pc:sldMk cId="1803041456" sldId="263"/>
        </pc:sldMkLst>
        <pc:spChg chg="mod">
          <ac:chgData name="Guest User" userId="" providerId="Windows Live" clId="Web-{81E572B0-9164-4987-307C-0B7B0D99A0DC}" dt="2024-11-19T22:21:13.423" v="622" actId="20577"/>
          <ac:spMkLst>
            <pc:docMk/>
            <pc:sldMk cId="1803041456" sldId="263"/>
            <ac:spMk id="2" creationId="{49482B2B-75AB-F297-3664-12F2E62C84DE}"/>
          </ac:spMkLst>
        </pc:spChg>
      </pc:sldChg>
      <pc:sldChg chg="modSp add replId">
        <pc:chgData name="Guest User" userId="" providerId="Windows Live" clId="Web-{81E572B0-9164-4987-307C-0B7B0D99A0DC}" dt="2024-11-19T22:21:19.658" v="626" actId="20577"/>
        <pc:sldMkLst>
          <pc:docMk/>
          <pc:sldMk cId="54275012" sldId="264"/>
        </pc:sldMkLst>
        <pc:spChg chg="mod">
          <ac:chgData name="Guest User" userId="" providerId="Windows Live" clId="Web-{81E572B0-9164-4987-307C-0B7B0D99A0DC}" dt="2024-11-19T22:21:19.658" v="626" actId="20577"/>
          <ac:spMkLst>
            <pc:docMk/>
            <pc:sldMk cId="54275012" sldId="264"/>
            <ac:spMk id="2" creationId="{49482B2B-75AB-F297-3664-12F2E62C84DE}"/>
          </ac:spMkLst>
        </pc:spChg>
      </pc:sldChg>
      <pc:sldChg chg="modSp add ord replId">
        <pc:chgData name="Guest User" userId="" providerId="Windows Live" clId="Web-{81E572B0-9164-4987-307C-0B7B0D99A0DC}" dt="2024-11-19T22:24:27.225" v="718" actId="20577"/>
        <pc:sldMkLst>
          <pc:docMk/>
          <pc:sldMk cId="16856901" sldId="265"/>
        </pc:sldMkLst>
        <pc:spChg chg="mod">
          <ac:chgData name="Guest User" userId="" providerId="Windows Live" clId="Web-{81E572B0-9164-4987-307C-0B7B0D99A0DC}" dt="2024-11-19T22:24:27.225" v="718" actId="20577"/>
          <ac:spMkLst>
            <pc:docMk/>
            <pc:sldMk cId="16856901" sldId="265"/>
            <ac:spMk id="2" creationId="{49482B2B-75AB-F297-3664-12F2E62C84DE}"/>
          </ac:spMkLst>
        </pc:spChg>
        <pc:spChg chg="mod">
          <ac:chgData name="Guest User" userId="" providerId="Windows Live" clId="Web-{81E572B0-9164-4987-307C-0B7B0D99A0DC}" dt="2024-11-19T22:24:09.475" v="700" actId="20577"/>
          <ac:spMkLst>
            <pc:docMk/>
            <pc:sldMk cId="16856901" sldId="265"/>
            <ac:spMk id="5" creationId="{E1EB4489-A8DA-8779-E330-A804AF946137}"/>
          </ac:spMkLst>
        </pc:spChg>
      </pc:sldChg>
      <pc:sldChg chg="modSp add replId">
        <pc:chgData name="Guest User" userId="" providerId="Windows Live" clId="Web-{81E572B0-9164-4987-307C-0B7B0D99A0DC}" dt="2024-11-19T22:25:05.492" v="741" actId="20577"/>
        <pc:sldMkLst>
          <pc:docMk/>
          <pc:sldMk cId="3049246560" sldId="266"/>
        </pc:sldMkLst>
        <pc:spChg chg="mod">
          <ac:chgData name="Guest User" userId="" providerId="Windows Live" clId="Web-{81E572B0-9164-4987-307C-0B7B0D99A0DC}" dt="2024-11-19T22:25:05.492" v="741" actId="20577"/>
          <ac:spMkLst>
            <pc:docMk/>
            <pc:sldMk cId="3049246560" sldId="266"/>
            <ac:spMk id="2" creationId="{49482B2B-75AB-F297-3664-12F2E62C84DE}"/>
          </ac:spMkLst>
        </pc:spChg>
      </pc:sldChg>
      <pc:sldChg chg="modSp add replId">
        <pc:chgData name="Guest User" userId="" providerId="Windows Live" clId="Web-{81E572B0-9164-4987-307C-0B7B0D99A0DC}" dt="2024-11-19T22:24:53.788" v="728" actId="20577"/>
        <pc:sldMkLst>
          <pc:docMk/>
          <pc:sldMk cId="3282482138" sldId="267"/>
        </pc:sldMkLst>
        <pc:spChg chg="mod">
          <ac:chgData name="Guest User" userId="" providerId="Windows Live" clId="Web-{81E572B0-9164-4987-307C-0B7B0D99A0DC}" dt="2024-11-19T22:24:53.788" v="728" actId="20577"/>
          <ac:spMkLst>
            <pc:docMk/>
            <pc:sldMk cId="3282482138" sldId="267"/>
            <ac:spMk id="2" creationId="{49482B2B-75AB-F297-3664-12F2E62C84DE}"/>
          </ac:spMkLst>
        </pc:spChg>
      </pc:sldChg>
      <pc:sldChg chg="modSp add ord replId">
        <pc:chgData name="Guest User" userId="" providerId="Windows Live" clId="Web-{81E572B0-9164-4987-307C-0B7B0D99A0DC}" dt="2024-11-19T22:27:18.479" v="820" actId="20577"/>
        <pc:sldMkLst>
          <pc:docMk/>
          <pc:sldMk cId="3883496412" sldId="268"/>
        </pc:sldMkLst>
        <pc:spChg chg="mod">
          <ac:chgData name="Guest User" userId="" providerId="Windows Live" clId="Web-{81E572B0-9164-4987-307C-0B7B0D99A0DC}" dt="2024-11-19T22:26:05.618" v="757" actId="20577"/>
          <ac:spMkLst>
            <pc:docMk/>
            <pc:sldMk cId="3883496412" sldId="268"/>
            <ac:spMk id="2" creationId="{1FE7C164-6730-9B63-A03B-A241104E2B4F}"/>
          </ac:spMkLst>
        </pc:spChg>
        <pc:spChg chg="mod">
          <ac:chgData name="Guest User" userId="" providerId="Windows Live" clId="Web-{81E572B0-9164-4987-307C-0B7B0D99A0DC}" dt="2024-11-19T22:27:00.385" v="807" actId="20577"/>
          <ac:spMkLst>
            <pc:docMk/>
            <pc:sldMk cId="3883496412" sldId="268"/>
            <ac:spMk id="3" creationId="{EDE02980-F83F-A782-63D2-71BDF3648450}"/>
          </ac:spMkLst>
        </pc:spChg>
        <pc:spChg chg="mod">
          <ac:chgData name="Guest User" userId="" providerId="Windows Live" clId="Web-{81E572B0-9164-4987-307C-0B7B0D99A0DC}" dt="2024-11-19T22:27:18.479" v="820" actId="20577"/>
          <ac:spMkLst>
            <pc:docMk/>
            <pc:sldMk cId="3883496412" sldId="268"/>
            <ac:spMk id="5" creationId="{219DC9CF-184B-1750-444D-F35DDE1A5094}"/>
          </ac:spMkLst>
        </pc:spChg>
      </pc:sldChg>
      <pc:sldChg chg="modSp add ord replId">
        <pc:chgData name="Guest User" userId="" providerId="Windows Live" clId="Web-{81E572B0-9164-4987-307C-0B7B0D99A0DC}" dt="2024-11-19T22:29:03.388" v="938" actId="20577"/>
        <pc:sldMkLst>
          <pc:docMk/>
          <pc:sldMk cId="3422983986" sldId="269"/>
        </pc:sldMkLst>
        <pc:spChg chg="mod">
          <ac:chgData name="Guest User" userId="" providerId="Windows Live" clId="Web-{81E572B0-9164-4987-307C-0B7B0D99A0DC}" dt="2024-11-19T22:28:28.090" v="854" actId="20577"/>
          <ac:spMkLst>
            <pc:docMk/>
            <pc:sldMk cId="3422983986" sldId="269"/>
            <ac:spMk id="2" creationId="{49482B2B-75AB-F297-3664-12F2E62C84DE}"/>
          </ac:spMkLst>
        </pc:spChg>
        <pc:spChg chg="mod">
          <ac:chgData name="Guest User" userId="" providerId="Windows Live" clId="Web-{81E572B0-9164-4987-307C-0B7B0D99A0DC}" dt="2024-11-19T22:29:03.388" v="938" actId="20577"/>
          <ac:spMkLst>
            <pc:docMk/>
            <pc:sldMk cId="3422983986" sldId="269"/>
            <ac:spMk id="3" creationId="{BB9CD09A-C211-D7FD-9364-AF24DC0B091A}"/>
          </ac:spMkLst>
        </pc:spChg>
        <pc:spChg chg="mod">
          <ac:chgData name="Guest User" userId="" providerId="Windows Live" clId="Web-{81E572B0-9164-4987-307C-0B7B0D99A0DC}" dt="2024-11-19T22:28:08.012" v="839" actId="20577"/>
          <ac:spMkLst>
            <pc:docMk/>
            <pc:sldMk cId="3422983986" sldId="269"/>
            <ac:spMk id="5" creationId="{E1EB4489-A8DA-8779-E330-A804AF946137}"/>
          </ac:spMkLst>
        </pc:spChg>
      </pc:sldChg>
      <pc:sldMasterChg chg="modSp mod modSldLayout">
        <pc:chgData name="Guest User" userId="" providerId="Windows Live" clId="Web-{81E572B0-9164-4987-307C-0B7B0D99A0DC}" dt="2024-11-19T22:18:39.216" v="558"/>
        <pc:sldMasterMkLst>
          <pc:docMk/>
          <pc:sldMasterMk cId="1390657407" sldId="2147483805"/>
        </pc:sldMasterMkLst>
        <pc:spChg chg="mod">
          <ac:chgData name="Guest User" userId="" providerId="Windows Live" clId="Web-{81E572B0-9164-4987-307C-0B7B0D99A0DC}" dt="2024-11-19T22:18:39.216" v="558"/>
          <ac:spMkLst>
            <pc:docMk/>
            <pc:sldMasterMk cId="1390657407" sldId="2147483805"/>
            <ac:spMk id="5" creationId="{5F10A637-D86F-4FA1-985D-2D82456511B1}"/>
          </ac:spMkLst>
        </pc:sp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3610372734" sldId="2147483806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3610372734" sldId="2147483806"/>
              <ac:spMk id="5" creationId="{7CD5AB69-7069-48FB-8925-F2BA84129A52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2766120627" sldId="2147483807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2766120627" sldId="2147483807"/>
              <ac:spMk id="5" creationId="{A1EB93B9-7818-489D-AFFB-B6EAD27FF15D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3602381922" sldId="2147483808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3602381922" sldId="2147483808"/>
              <ac:spMk id="5" creationId="{EA4A3422-56D9-4942-BC63-831AED91F16D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2494738214" sldId="2147483809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2494738214" sldId="2147483809"/>
              <ac:spMk id="6" creationId="{823CFAD5-8AF8-4610-8324-85AA062E2712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1331824167" sldId="2147483810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1331824167" sldId="2147483810"/>
              <ac:spMk id="8" creationId="{B5C4BB6C-CAA4-4EA8-8EA1-65ADE056F25D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3879658837" sldId="2147483811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3879658837" sldId="2147483811"/>
              <ac:spMk id="4" creationId="{02AAFCE6-5C7E-438F-8D4A-21E155681447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3595975898" sldId="2147483812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3595975898" sldId="2147483812"/>
              <ac:spMk id="3" creationId="{8750CFAE-4BEB-4272-A2E6-FDD9D6A03290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2551546910" sldId="2147483813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2551546910" sldId="2147483813"/>
              <ac:spMk id="6" creationId="{E96457D3-F808-4DB2-9C9C-B185E71F26DA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1328490308" sldId="2147483814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1328490308" sldId="2147483814"/>
              <ac:spMk id="6" creationId="{398991BC-29A5-4182-BD83-9D99D28894AA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1711821649" sldId="2147483815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1711821649" sldId="2147483815"/>
              <ac:spMk id="5" creationId="{EEC1DCE6-ED7D-417C-ABD4-41D61570FF3C}"/>
            </ac:spMkLst>
          </pc:spChg>
        </pc:sldLayoutChg>
        <pc:sldLayoutChg chg="modSp mod">
          <pc:chgData name="Guest User" userId="" providerId="Windows Live" clId="Web-{81E572B0-9164-4987-307C-0B7B0D99A0DC}" dt="2024-11-19T22:18:39.216" v="558"/>
          <pc:sldLayoutMkLst>
            <pc:docMk/>
            <pc:sldMasterMk cId="1390657407" sldId="2147483805"/>
            <pc:sldLayoutMk cId="1655193436" sldId="2147483816"/>
          </pc:sldLayoutMkLst>
          <pc:spChg chg="mod">
            <ac:chgData name="Guest User" userId="" providerId="Windows Live" clId="Web-{81E572B0-9164-4987-307C-0B7B0D99A0DC}" dt="2024-11-19T22:18:39.216" v="558"/>
            <ac:spMkLst>
              <pc:docMk/>
              <pc:sldMasterMk cId="1390657407" sldId="2147483805"/>
              <pc:sldLayoutMk cId="1655193436" sldId="2147483816"/>
              <ac:spMk id="5" creationId="{8997EDC8-558D-4646-86D9-A5424CF2A2BA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727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2062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81922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3821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2416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5883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7589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4691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9030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1649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9343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Cyber Cyber City 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5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9C3197-B2EA-8C71-3395-F44D13540570}"/>
              </a:ext>
            </a:extLst>
          </p:cNvPr>
          <p:cNvSpPr txBox="1"/>
          <p:nvPr/>
        </p:nvSpPr>
        <p:spPr>
          <a:xfrm>
            <a:off x="2507226" y="2585884"/>
            <a:ext cx="790513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/>
              <a:t>Alister Lawson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/>
              <a:t>Bruce Fernandes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/>
              <a:t>Jamie Mano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/>
              <a:t>Marek Bettzig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/>
              <a:t>Nick Biagioni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852E1AC-70D6-D693-D5E8-3A13E3DB5EF6}"/>
              </a:ext>
            </a:extLst>
          </p:cNvPr>
          <p:cNvSpPr txBox="1">
            <a:spLocks/>
          </p:cNvSpPr>
          <p:nvPr/>
        </p:nvSpPr>
        <p:spPr>
          <a:xfrm>
            <a:off x="1132055" y="801963"/>
            <a:ext cx="8743923" cy="8015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b="1" err="1"/>
              <a:t>Cyber</a:t>
            </a:r>
            <a:r>
              <a:rPr lang="de-DE" b="1"/>
              <a:t> </a:t>
            </a:r>
            <a:r>
              <a:rPr lang="de-DE" b="1" err="1"/>
              <a:t>Cyber</a:t>
            </a:r>
            <a:r>
              <a:rPr lang="de-DE" b="1"/>
              <a:t> City</a:t>
            </a:r>
          </a:p>
          <a:p>
            <a:r>
              <a:rPr lang="de-DE" sz="1600" err="1"/>
              <a:t>Macrohard</a:t>
            </a:r>
            <a:endParaRPr lang="de-DE" sz="1600"/>
          </a:p>
        </p:txBody>
      </p:sp>
    </p:spTree>
    <p:extLst>
      <p:ext uri="{BB962C8B-B14F-4D97-AF65-F5344CB8AC3E}">
        <p14:creationId xmlns:p14="http://schemas.microsoft.com/office/powerpoint/2010/main" val="1013396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9F73-5C29-A837-587F-703E944A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810" y="1325"/>
            <a:ext cx="9986898" cy="1233488"/>
          </a:xfrm>
        </p:spPr>
        <p:txBody>
          <a:bodyPr>
            <a:normAutofit/>
          </a:bodyPr>
          <a:lstStyle/>
          <a:p>
            <a:r>
              <a:rPr lang="en-CA" sz="440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17BE5-9AC3-E92D-3A11-D85090114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0452" y="1377315"/>
            <a:ext cx="5766563" cy="3684588"/>
          </a:xfrm>
        </p:spPr>
        <p:txBody>
          <a:bodyPr vert="horz" lIns="0" tIns="0" rIns="0" bIns="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n-CA" sz="2400"/>
              <a:t>Project Update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CA" sz="2400"/>
              <a:t>Standards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CA" sz="2400"/>
              <a:t>Requirements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CA" sz="2400"/>
              <a:t>Design</a:t>
            </a:r>
          </a:p>
          <a:p>
            <a:pPr>
              <a:buAutoNum type="arabicPeriod"/>
            </a:pPr>
            <a:r>
              <a:rPr lang="en-CA" sz="2400"/>
              <a:t> Test Plan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CA" sz="2400">
                <a:ea typeface="+mn-lt"/>
                <a:cs typeface="+mn-lt"/>
              </a:rPr>
              <a:t>Key testing challenges</a:t>
            </a:r>
            <a:endParaRPr lang="en-US" sz="2400">
              <a:ea typeface="+mn-lt"/>
              <a:cs typeface="+mn-lt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CA" sz="2400">
                <a:ea typeface="+mn-lt"/>
                <a:cs typeface="+mn-lt"/>
              </a:rPr>
              <a:t>Testing Timeline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CA" sz="2400">
                <a:ea typeface="+mn-lt"/>
                <a:cs typeface="+mn-lt"/>
              </a:rPr>
              <a:t>Test Cases and Process</a:t>
            </a:r>
            <a:endParaRPr lang="en-CA" sz="2400"/>
          </a:p>
          <a:p>
            <a:pPr marL="0" indent="0">
              <a:buNone/>
            </a:pPr>
            <a:endParaRPr lang="en-CA">
              <a:ea typeface="+mn-lt"/>
              <a:cs typeface="+mn-lt"/>
            </a:endParaRPr>
          </a:p>
          <a:p>
            <a:pPr>
              <a:buAutoNum type="arabicPeriod"/>
            </a:pPr>
            <a:endParaRPr lang="en-CA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CA"/>
          </a:p>
          <a:p>
            <a:pPr>
              <a:buAutoNum type="arabicPeriod"/>
            </a:pPr>
            <a:endParaRPr lang="en-CA"/>
          </a:p>
          <a:p>
            <a:pPr>
              <a:buAutoNum type="arabicPeriod"/>
            </a:pPr>
            <a:endParaRPr lang="en-CA"/>
          </a:p>
          <a:p>
            <a:pPr>
              <a:buNone/>
            </a:pPr>
            <a:endParaRPr lang="en-CA"/>
          </a:p>
          <a:p>
            <a:pPr>
              <a:buNone/>
            </a:pPr>
            <a:endParaRPr lang="en-CA"/>
          </a:p>
          <a:p>
            <a:pPr>
              <a:buAutoNum type="arabicPeriod"/>
            </a:pPr>
            <a:endParaRPr lang="en-C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8226BF-181F-10DF-4E6C-A3B3A0011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0974" y="1377315"/>
            <a:ext cx="5010573" cy="3684588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2400"/>
              <a:t>2. Test Components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400"/>
              <a:t>Software Tools and Environment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400"/>
              <a:t>User Action Scripts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400"/>
              <a:t>Executables</a:t>
            </a:r>
          </a:p>
          <a:p>
            <a:pPr marL="0" indent="0">
              <a:buNone/>
            </a:pPr>
            <a:r>
              <a:rPr lang="en-US" sz="2400"/>
              <a:t>3. Test Files and Resources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Version control and branch structure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Test Directory Structure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Testing Dependencies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2A4F4-4127-2D75-C1F6-BFB997D1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F3A6-9B5F-4EEE-B207-759B20BEFC8B}" type="datetime1">
              <a:rPr lang="en-US" smtClean="0"/>
              <a:t>11/20/2024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6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7F0A-DC23-6A14-A4AD-0ABD3FC3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0" indent="-914400">
              <a:buAutoNum type="arabicPeriod"/>
            </a:pPr>
            <a:r>
              <a:rPr lang="en-CA" sz="5400"/>
              <a:t>Project Update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3E283-E6A4-9F44-B99E-24823526E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CA" sz="3600"/>
              <a:t>Standards</a:t>
            </a:r>
          </a:p>
          <a:p>
            <a:r>
              <a:rPr lang="en-CA" sz="3600"/>
              <a:t>Requirements</a:t>
            </a:r>
          </a:p>
          <a:p>
            <a:r>
              <a:rPr lang="en-CA" sz="3600"/>
              <a:t>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31C20-5FFC-9645-F8DE-445D31E5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19216-F8E5-4F2C-9A6F-A22033360F88}" type="datetime1">
              <a:rPr lang="en-US" smtClean="0"/>
              <a:t>11/20/2024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STANDARDS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Overall </a:t>
            </a:r>
            <a:r>
              <a:rPr lang="de-DE" err="1"/>
              <a:t>improvement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document</a:t>
            </a:r>
            <a:endParaRPr lang="de-DE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Introduction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each</a:t>
            </a:r>
            <a:r>
              <a:rPr lang="de-DE"/>
              <a:t> section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Converted</a:t>
            </a:r>
            <a:r>
              <a:rPr lang="de-DE"/>
              <a:t> bulletpoints </a:t>
            </a:r>
            <a:r>
              <a:rPr lang="de-DE" err="1"/>
              <a:t>into</a:t>
            </a:r>
            <a:r>
              <a:rPr lang="de-DE"/>
              <a:t> </a:t>
            </a:r>
            <a:r>
              <a:rPr lang="de-DE" err="1"/>
              <a:t>fulltext</a:t>
            </a:r>
            <a:endParaRPr lang="de-DE"/>
          </a:p>
          <a:p>
            <a:r>
              <a:rPr lang="de-DE" err="1"/>
              <a:t>Added</a:t>
            </a:r>
            <a:r>
              <a:rPr lang="de-DE"/>
              <a:t> peer review </a:t>
            </a:r>
            <a:r>
              <a:rPr lang="de-DE" err="1"/>
              <a:t>step</a:t>
            </a:r>
            <a:r>
              <a:rPr lang="de-DE"/>
              <a:t> </a:t>
            </a:r>
            <a:r>
              <a:rPr lang="de-DE" err="1"/>
              <a:t>before</a:t>
            </a:r>
            <a:r>
              <a:rPr lang="de-DE"/>
              <a:t> </a:t>
            </a:r>
            <a:r>
              <a:rPr lang="de-DE" err="1"/>
              <a:t>merging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development</a:t>
            </a:r>
            <a:r>
              <a:rPr lang="de-DE"/>
              <a:t> </a:t>
            </a:r>
            <a:r>
              <a:rPr lang="de-DE" err="1"/>
              <a:t>process</a:t>
            </a:r>
            <a:endParaRPr lang="de-DE"/>
          </a:p>
          <a:p>
            <a:r>
              <a:rPr lang="de-DE" err="1"/>
              <a:t>Align</a:t>
            </a:r>
            <a:r>
              <a:rPr lang="de-DE"/>
              <a:t> documentation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branch</a:t>
            </a:r>
            <a:r>
              <a:rPr lang="de-DE"/>
              <a:t> </a:t>
            </a:r>
            <a:r>
              <a:rPr lang="de-DE" err="1"/>
              <a:t>model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existing</a:t>
            </a:r>
            <a:r>
              <a:rPr lang="de-DE"/>
              <a:t> </a:t>
            </a:r>
            <a:r>
              <a:rPr lang="de-DE" err="1"/>
              <a:t>repo</a:t>
            </a:r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60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34280"/>
            <a:ext cx="10240903" cy="1233488"/>
          </a:xfrm>
        </p:spPr>
        <p:txBody>
          <a:bodyPr/>
          <a:lstStyle/>
          <a:p>
            <a:r>
              <a:rPr lang="de-DE"/>
              <a:t>REQUIREMENTS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18699"/>
            <a:ext cx="10240903" cy="3956179"/>
          </a:xfrm>
        </p:spPr>
        <p:txBody>
          <a:bodyPr vert="horz" lIns="0" tIns="0" rIns="0" bIns="0" rtlCol="0" anchor="t">
            <a:normAutofit fontScale="92500"/>
          </a:bodyPr>
          <a:lstStyle/>
          <a:p>
            <a:r>
              <a:rPr lang="de-DE"/>
              <a:t>Global </a:t>
            </a:r>
            <a:r>
              <a:rPr lang="de-DE" err="1"/>
              <a:t>document</a:t>
            </a:r>
            <a:r>
              <a:rPr lang="de-DE"/>
              <a:t> </a:t>
            </a:r>
            <a:r>
              <a:rPr lang="de-DE" err="1"/>
              <a:t>renovations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describes</a:t>
            </a:r>
            <a:r>
              <a:rPr lang="de-DE"/>
              <a:t> </a:t>
            </a:r>
            <a:r>
              <a:rPr lang="de-DE" err="1"/>
              <a:t>project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team</a:t>
            </a:r>
            <a:r>
              <a:rPr lang="de-DE"/>
              <a:t> and </a:t>
            </a:r>
            <a:r>
              <a:rPr lang="de-DE" err="1"/>
              <a:t>clients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Elaboration on high-</a:t>
            </a:r>
            <a:r>
              <a:rPr lang="de-DE" err="1"/>
              <a:t>priority</a:t>
            </a:r>
            <a:r>
              <a:rPr lang="de-DE"/>
              <a:t> </a:t>
            </a:r>
            <a:r>
              <a:rPr lang="de-DE" err="1"/>
              <a:t>components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GUI merged into other chapters, chapter 6 now describes example game requirements</a:t>
            </a:r>
          </a:p>
          <a:p>
            <a:r>
              <a:rPr lang="de-DE" err="1"/>
              <a:t>Revamped</a:t>
            </a:r>
            <a:r>
              <a:rPr lang="de-DE"/>
              <a:t> </a:t>
            </a:r>
            <a:r>
              <a:rPr lang="de-DE" err="1"/>
              <a:t>lists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feature </a:t>
            </a:r>
            <a:r>
              <a:rPr lang="de-DE" err="1"/>
              <a:t>behaviours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all </a:t>
            </a:r>
            <a:r>
              <a:rPr lang="de-DE" err="1"/>
              <a:t>components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More </a:t>
            </a:r>
            <a:r>
              <a:rPr lang="de-DE" err="1"/>
              <a:t>detail</a:t>
            </a:r>
            <a:r>
              <a:rPr lang="de-DE"/>
              <a:t> </a:t>
            </a:r>
            <a:r>
              <a:rPr lang="de-DE" err="1"/>
              <a:t>added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sections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were</a:t>
            </a:r>
            <a:r>
              <a:rPr lang="de-DE"/>
              <a:t> </a:t>
            </a:r>
            <a:r>
              <a:rPr lang="de-DE" err="1"/>
              <a:t>lacking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Standardised summary then bullet-points structure</a:t>
            </a:r>
          </a:p>
          <a:p>
            <a:r>
              <a:rPr lang="de-DE" err="1"/>
              <a:t>Removal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extraneous</a:t>
            </a:r>
            <a:r>
              <a:rPr lang="de-DE"/>
              <a:t> </a:t>
            </a:r>
            <a:r>
              <a:rPr lang="de-DE" err="1"/>
              <a:t>information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Scope creep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4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1880"/>
            <a:ext cx="10240903" cy="1233488"/>
          </a:xfrm>
        </p:spPr>
        <p:txBody>
          <a:bodyPr/>
          <a:lstStyle/>
          <a:p>
            <a:r>
              <a:rPr lang="de-DE"/>
              <a:t>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17099"/>
            <a:ext cx="10240903" cy="395617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>
                <a:ea typeface="+mn-lt"/>
                <a:cs typeface="+mn-lt"/>
              </a:rPr>
              <a:t>Global </a:t>
            </a:r>
            <a:r>
              <a:rPr lang="de-DE" err="1">
                <a:ea typeface="+mn-lt"/>
                <a:cs typeface="+mn-lt"/>
              </a:rPr>
              <a:t>document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renovations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Structural</a:t>
            </a:r>
            <a:r>
              <a:rPr lang="de-DE"/>
              <a:t> </a:t>
            </a:r>
            <a:r>
              <a:rPr lang="de-DE" err="1"/>
              <a:t>changes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better</a:t>
            </a:r>
            <a:r>
              <a:rPr lang="de-DE"/>
              <a:t> fit </a:t>
            </a:r>
            <a:r>
              <a:rPr lang="de-DE" err="1"/>
              <a:t>object</a:t>
            </a:r>
            <a:r>
              <a:rPr lang="de-DE"/>
              <a:t> </a:t>
            </a:r>
            <a:r>
              <a:rPr lang="de-DE" err="1"/>
              <a:t>orientented</a:t>
            </a:r>
            <a:r>
              <a:rPr lang="de-DE"/>
              <a:t> </a:t>
            </a:r>
            <a:r>
              <a:rPr lang="de-DE" err="1"/>
              <a:t>implementation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Removal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information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didn't</a:t>
            </a:r>
            <a:r>
              <a:rPr lang="de-DE"/>
              <a:t> </a:t>
            </a:r>
            <a:r>
              <a:rPr lang="de-DE" err="1"/>
              <a:t>belong</a:t>
            </a:r>
            <a:r>
              <a:rPr lang="de-DE"/>
              <a:t> in design</a:t>
            </a:r>
          </a:p>
          <a:p>
            <a:r>
              <a:rPr lang="de-DE"/>
              <a:t>Elaboration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each</a:t>
            </a:r>
            <a:r>
              <a:rPr lang="de-DE"/>
              <a:t> </a:t>
            </a:r>
            <a:r>
              <a:rPr lang="de-DE" err="1"/>
              <a:t>component's</a:t>
            </a:r>
            <a:r>
              <a:rPr lang="de-DE"/>
              <a:t> </a:t>
            </a:r>
            <a:r>
              <a:rPr lang="de-DE" err="1"/>
              <a:t>logical</a:t>
            </a:r>
            <a:r>
              <a:rPr lang="de-DE"/>
              <a:t> design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Diagrams</a:t>
            </a:r>
            <a:r>
              <a:rPr lang="de-DE"/>
              <a:t> </a:t>
            </a:r>
            <a:r>
              <a:rPr lang="de-DE" err="1"/>
              <a:t>added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clarify</a:t>
            </a:r>
            <a:r>
              <a:rPr lang="de-DE"/>
              <a:t> </a:t>
            </a:r>
            <a:r>
              <a:rPr lang="de-DE" err="1"/>
              <a:t>designs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Abstraction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 </a:t>
            </a:r>
            <a:r>
              <a:rPr lang="de-DE" err="1"/>
              <a:t>lowered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functions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parameters</a:t>
            </a:r>
            <a:endParaRPr lang="de-DE"/>
          </a:p>
          <a:p>
            <a:r>
              <a:rPr lang="de-DE"/>
              <a:t>High </a:t>
            </a:r>
            <a:r>
              <a:rPr lang="de-DE" err="1"/>
              <a:t>level</a:t>
            </a:r>
            <a:r>
              <a:rPr lang="de-DE"/>
              <a:t> </a:t>
            </a:r>
            <a:r>
              <a:rPr lang="de-DE" err="1"/>
              <a:t>full-program</a:t>
            </a:r>
            <a:r>
              <a:rPr lang="de-DE"/>
              <a:t> ERD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Relationship </a:t>
            </a:r>
            <a:r>
              <a:rPr lang="de-DE" err="1"/>
              <a:t>between</a:t>
            </a:r>
            <a:r>
              <a:rPr lang="de-DE"/>
              <a:t> all </a:t>
            </a:r>
            <a:r>
              <a:rPr lang="de-DE" err="1"/>
              <a:t>nodes</a:t>
            </a:r>
            <a:r>
              <a:rPr lang="de-DE"/>
              <a:t> (</a:t>
            </a:r>
            <a:r>
              <a:rPr lang="de-DE" err="1"/>
              <a:t>objects</a:t>
            </a:r>
            <a:r>
              <a:rPr lang="de-DE"/>
              <a:t>)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main</a:t>
            </a:r>
            <a:r>
              <a:rPr lang="de-DE"/>
              <a:t> </a:t>
            </a:r>
            <a:r>
              <a:rPr lang="de-DE" err="1"/>
              <a:t>scene</a:t>
            </a:r>
            <a:r>
              <a:rPr lang="de-DE"/>
              <a:t> and </a:t>
            </a:r>
            <a:r>
              <a:rPr lang="de-DE" err="1"/>
              <a:t>mainline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path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Hierarchy</a:t>
            </a:r>
            <a:r>
              <a:rPr lang="de-DE"/>
              <a:t> </a:t>
            </a:r>
            <a:r>
              <a:rPr lang="de-DE" err="1"/>
              <a:t>displayed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clarify</a:t>
            </a:r>
            <a:r>
              <a:rPr lang="de-DE"/>
              <a:t> </a:t>
            </a:r>
            <a:r>
              <a:rPr lang="de-DE" err="1"/>
              <a:t>efforts</a:t>
            </a:r>
            <a:r>
              <a:rPr lang="de-DE"/>
              <a:t> in </a:t>
            </a:r>
            <a:r>
              <a:rPr lang="de-DE" err="1"/>
              <a:t>reduced</a:t>
            </a:r>
            <a:r>
              <a:rPr lang="de-DE"/>
              <a:t> </a:t>
            </a:r>
            <a:r>
              <a:rPr lang="de-DE" err="1"/>
              <a:t>coupling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5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E7C164-6730-9B63-A03B-A241104E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/>
              <a:t>2. TEST 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E02980-F83F-A782-63D2-71BDF364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 sz="3600"/>
              <a:t>Key </a:t>
            </a:r>
            <a:r>
              <a:rPr lang="de-DE" sz="3600" err="1"/>
              <a:t>Testing</a:t>
            </a:r>
            <a:r>
              <a:rPr lang="de-DE" sz="3600"/>
              <a:t> Challenges</a:t>
            </a:r>
          </a:p>
          <a:p>
            <a:r>
              <a:rPr lang="de-DE" sz="3600" err="1"/>
              <a:t>Testing</a:t>
            </a:r>
            <a:r>
              <a:rPr lang="de-DE" sz="3600"/>
              <a:t> Timeline</a:t>
            </a:r>
          </a:p>
          <a:p>
            <a:r>
              <a:rPr lang="de-DE" sz="3600" err="1"/>
              <a:t>Testing</a:t>
            </a:r>
            <a:r>
              <a:rPr lang="de-DE" sz="3600"/>
              <a:t> Cases and </a:t>
            </a:r>
            <a:r>
              <a:rPr lang="de-DE" sz="3600" err="1"/>
              <a:t>Process</a:t>
            </a:r>
          </a:p>
          <a:p>
            <a:endParaRPr lang="de-DE" sz="3600"/>
          </a:p>
          <a:p>
            <a:endParaRPr lang="de-DE" sz="36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FD2CBD-6E41-9F6A-F8A6-41539485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E260-2893-4F24-9247-A8226291AB52}" type="datetime1">
              <a:t>11/20/2024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12360"/>
            <a:ext cx="10240903" cy="1233488"/>
          </a:xfrm>
        </p:spPr>
        <p:txBody>
          <a:bodyPr/>
          <a:lstStyle/>
          <a:p>
            <a:r>
              <a:rPr lang="de-DE"/>
              <a:t>KEY TESTING CHALLENGES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96779"/>
            <a:ext cx="10240903" cy="3956179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de-DE">
                <a:ea typeface="+mn-lt"/>
                <a:cs typeface="+mn-lt"/>
              </a:rPr>
              <a:t>"</a:t>
            </a:r>
            <a:r>
              <a:rPr lang="de-DE" err="1">
                <a:ea typeface="+mn-lt"/>
                <a:cs typeface="+mn-lt"/>
              </a:rPr>
              <a:t>Cyber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Cyber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City's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base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functionality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is</a:t>
            </a:r>
            <a:r>
              <a:rPr lang="de-DE">
                <a:ea typeface="+mn-lt"/>
                <a:cs typeface="+mn-lt"/>
              </a:rPr>
              <a:t> a </a:t>
            </a:r>
            <a:r>
              <a:rPr lang="de-DE" err="1">
                <a:ea typeface="+mn-lt"/>
                <a:cs typeface="+mn-lt"/>
              </a:rPr>
              <a:t>library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of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executables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presented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as</a:t>
            </a:r>
            <a:r>
              <a:rPr lang="de-DE">
                <a:ea typeface="+mn-lt"/>
                <a:cs typeface="+mn-lt"/>
              </a:rPr>
              <a:t> an </a:t>
            </a:r>
            <a:r>
              <a:rPr lang="de-DE" err="1">
                <a:ea typeface="+mn-lt"/>
                <a:cs typeface="+mn-lt"/>
              </a:rPr>
              <a:t>arcade</a:t>
            </a:r>
            <a:r>
              <a:rPr lang="de-DE">
                <a:ea typeface="+mn-lt"/>
                <a:cs typeface="+mn-lt"/>
              </a:rPr>
              <a:t>. </a:t>
            </a:r>
            <a:r>
              <a:rPr lang="de-DE" err="1">
                <a:ea typeface="+mn-lt"/>
                <a:cs typeface="+mn-lt"/>
              </a:rPr>
              <a:t>It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is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made</a:t>
            </a:r>
            <a:r>
              <a:rPr lang="de-DE">
                <a:ea typeface="+mn-lt"/>
                <a:cs typeface="+mn-lt"/>
              </a:rPr>
              <a:t> so </a:t>
            </a:r>
            <a:r>
              <a:rPr lang="de-DE" err="1">
                <a:ea typeface="+mn-lt"/>
                <a:cs typeface="+mn-lt"/>
              </a:rPr>
              <a:t>creators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may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populate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it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with</a:t>
            </a:r>
            <a:r>
              <a:rPr lang="de-DE">
                <a:ea typeface="+mn-lt"/>
                <a:cs typeface="+mn-lt"/>
              </a:rPr>
              <a:t> </a:t>
            </a:r>
            <a:r>
              <a:rPr lang="de-DE" err="1">
                <a:ea typeface="+mn-lt"/>
                <a:cs typeface="+mn-lt"/>
              </a:rPr>
              <a:t>arcade</a:t>
            </a:r>
            <a:r>
              <a:rPr lang="de-DE">
                <a:ea typeface="+mn-lt"/>
                <a:cs typeface="+mn-lt"/>
              </a:rPr>
              <a:t>-style </a:t>
            </a:r>
            <a:r>
              <a:rPr lang="de-DE" err="1">
                <a:ea typeface="+mn-lt"/>
                <a:cs typeface="+mn-lt"/>
              </a:rPr>
              <a:t>games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for</a:t>
            </a:r>
            <a:r>
              <a:rPr lang="de-DE">
                <a:ea typeface="+mn-lt"/>
                <a:cs typeface="+mn-lt"/>
              </a:rPr>
              <a:t> a </a:t>
            </a:r>
            <a:r>
              <a:rPr lang="de-DE" err="1">
                <a:ea typeface="+mn-lt"/>
                <a:cs typeface="+mn-lt"/>
              </a:rPr>
              <a:t>player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to</a:t>
            </a:r>
            <a:r>
              <a:rPr lang="de-DE">
                <a:ea typeface="+mn-lt"/>
                <a:cs typeface="+mn-lt"/>
              </a:rPr>
              <a:t> browse and </a:t>
            </a:r>
            <a:r>
              <a:rPr lang="de-DE" err="1">
                <a:ea typeface="+mn-lt"/>
                <a:cs typeface="+mn-lt"/>
              </a:rPr>
              <a:t>play</a:t>
            </a:r>
            <a:r>
              <a:rPr lang="de-DE">
                <a:ea typeface="+mn-lt"/>
                <a:cs typeface="+mn-lt"/>
              </a:rPr>
              <a:t>."</a:t>
            </a:r>
            <a:endParaRPr lang="en-US"/>
          </a:p>
          <a:p>
            <a:pPr marL="0" indent="0">
              <a:buNone/>
            </a:pPr>
            <a:endParaRPr lang="de-DE"/>
          </a:p>
          <a:p>
            <a:r>
              <a:rPr lang="de-DE" err="1"/>
              <a:t>Player's</a:t>
            </a:r>
            <a:r>
              <a:rPr lang="de-DE"/>
              <a:t> </a:t>
            </a:r>
            <a:r>
              <a:rPr lang="de-DE" err="1"/>
              <a:t>perspective</a:t>
            </a:r>
            <a:r>
              <a:rPr lang="de-DE"/>
              <a:t> versus </a:t>
            </a:r>
            <a:r>
              <a:rPr lang="de-DE" err="1"/>
              <a:t>Creator's</a:t>
            </a:r>
            <a:r>
              <a:rPr lang="de-DE"/>
              <a:t> </a:t>
            </a:r>
            <a:r>
              <a:rPr lang="de-DE" err="1"/>
              <a:t>perspective</a:t>
            </a:r>
            <a:endParaRPr lang="de-DE"/>
          </a:p>
          <a:p>
            <a:r>
              <a:rPr lang="de-DE"/>
              <a:t>Automation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tesing</a:t>
            </a:r>
            <a:r>
              <a:rPr lang="de-DE"/>
              <a:t> </a:t>
            </a:r>
            <a:r>
              <a:rPr lang="de-DE" err="1"/>
              <a:t>states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 on user-</a:t>
            </a:r>
            <a:r>
              <a:rPr lang="de-DE" err="1"/>
              <a:t>generated</a:t>
            </a:r>
            <a:r>
              <a:rPr lang="de-DE"/>
              <a:t> </a:t>
            </a:r>
            <a:r>
              <a:rPr lang="de-DE" err="1"/>
              <a:t>files</a:t>
            </a:r>
            <a:endParaRPr lang="de-DE"/>
          </a:p>
          <a:p>
            <a:r>
              <a:rPr lang="de-DE"/>
              <a:t>Poor </a:t>
            </a:r>
            <a:r>
              <a:rPr lang="de-DE" err="1"/>
              <a:t>DirAccess</a:t>
            </a:r>
            <a:r>
              <a:rPr lang="de-DE"/>
              <a:t> </a:t>
            </a:r>
            <a:r>
              <a:rPr lang="de-DE" err="1"/>
              <a:t>Documentation</a:t>
            </a:r>
            <a:endParaRPr lang="de-DE"/>
          </a:p>
          <a:p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TESTING TIMELINE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 err="1"/>
              <a:t>Bottom-up</a:t>
            </a:r>
            <a:r>
              <a:rPr lang="de-DE"/>
              <a:t> </a:t>
            </a:r>
            <a:r>
              <a:rPr lang="de-DE" err="1"/>
              <a:t>priority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test</a:t>
            </a:r>
            <a:r>
              <a:rPr lang="de-DE"/>
              <a:t> </a:t>
            </a:r>
            <a:r>
              <a:rPr lang="de-DE" err="1"/>
              <a:t>creation</a:t>
            </a:r>
            <a:endParaRPr lang="de-DE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de-DE">
                <a:ea typeface="+mn-lt"/>
                <a:cs typeface="+mn-lt"/>
              </a:rPr>
              <a:t>"Design" </a:t>
            </a:r>
            <a:r>
              <a:rPr lang="de-DE" err="1">
                <a:ea typeface="+mn-lt"/>
                <a:cs typeface="+mn-lt"/>
              </a:rPr>
              <a:t>tests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first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to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ensure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base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program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functionality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de-DE">
                <a:ea typeface="+mn-lt"/>
                <a:cs typeface="+mn-lt"/>
              </a:rPr>
              <a:t>Split </a:t>
            </a:r>
            <a:r>
              <a:rPr lang="de-DE" err="1">
                <a:ea typeface="+mn-lt"/>
                <a:cs typeface="+mn-lt"/>
              </a:rPr>
              <a:t>test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creation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by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component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to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each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member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de-DE" err="1">
                <a:ea typeface="+mn-lt"/>
                <a:cs typeface="+mn-lt"/>
              </a:rPr>
              <a:t>One</a:t>
            </a:r>
            <a:r>
              <a:rPr lang="de-DE">
                <a:ea typeface="+mn-lt"/>
                <a:cs typeface="+mn-lt"/>
              </a:rPr>
              <a:t> </a:t>
            </a:r>
            <a:r>
              <a:rPr lang="de-DE" err="1">
                <a:ea typeface="+mn-lt"/>
                <a:cs typeface="+mn-lt"/>
              </a:rPr>
              <a:t>complete</a:t>
            </a:r>
            <a:r>
              <a:rPr lang="de-DE">
                <a:ea typeface="+mn-lt"/>
                <a:cs typeface="+mn-lt"/>
              </a:rPr>
              <a:t> pass </a:t>
            </a:r>
            <a:r>
              <a:rPr lang="de-DE" err="1">
                <a:ea typeface="+mn-lt"/>
                <a:cs typeface="+mn-lt"/>
              </a:rPr>
              <a:t>of</a:t>
            </a:r>
            <a:r>
              <a:rPr lang="de-DE">
                <a:ea typeface="+mn-lt"/>
                <a:cs typeface="+mn-lt"/>
              </a:rPr>
              <a:t> all </a:t>
            </a:r>
            <a:r>
              <a:rPr lang="de-DE" err="1">
                <a:ea typeface="+mn-lt"/>
                <a:cs typeface="+mn-lt"/>
              </a:rPr>
              <a:t>component's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tests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prior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to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moving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to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second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part</a:t>
            </a:r>
            <a:endParaRPr lang="en-US" err="1">
              <a:ea typeface="+mn-lt"/>
              <a:cs typeface="+mn-lt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de-DE">
                <a:ea typeface="+mn-lt"/>
                <a:cs typeface="+mn-lt"/>
              </a:rPr>
              <a:t>"</a:t>
            </a:r>
            <a:r>
              <a:rPr lang="de-DE" err="1">
                <a:ea typeface="+mn-lt"/>
                <a:cs typeface="+mn-lt"/>
              </a:rPr>
              <a:t>Requirements</a:t>
            </a:r>
            <a:r>
              <a:rPr lang="de-DE">
                <a:ea typeface="+mn-lt"/>
                <a:cs typeface="+mn-lt"/>
              </a:rPr>
              <a:t>" </a:t>
            </a:r>
            <a:r>
              <a:rPr lang="de-DE" err="1">
                <a:ea typeface="+mn-lt"/>
                <a:cs typeface="+mn-lt"/>
              </a:rPr>
              <a:t>test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second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to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ensure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any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unexpected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behaviour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isn't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from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lower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level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issues</a:t>
            </a:r>
            <a:endParaRPr lang="en-US" err="1">
              <a:ea typeface="+mn-lt"/>
              <a:cs typeface="+mn-lt"/>
            </a:endParaRP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de-DE">
                <a:ea typeface="+mn-lt"/>
                <a:cs typeface="+mn-lt"/>
              </a:rPr>
              <a:t>Split </a:t>
            </a:r>
            <a:r>
              <a:rPr lang="de-DE" err="1">
                <a:ea typeface="+mn-lt"/>
                <a:cs typeface="+mn-lt"/>
              </a:rPr>
              <a:t>test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creation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by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component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to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each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member</a:t>
            </a:r>
            <a:endParaRPr lang="en-US" err="1">
              <a:ea typeface="+mn-lt"/>
              <a:cs typeface="+mn-lt"/>
            </a:endParaRP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de-DE">
                <a:ea typeface="+mn-lt"/>
                <a:cs typeface="+mn-lt"/>
              </a:rPr>
              <a:t>Review </a:t>
            </a:r>
            <a:r>
              <a:rPr lang="de-DE" err="1">
                <a:ea typeface="+mn-lt"/>
                <a:cs typeface="+mn-lt"/>
              </a:rPr>
              <a:t>of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previous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test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cases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based</a:t>
            </a:r>
            <a:r>
              <a:rPr lang="de-DE">
                <a:ea typeface="+mn-lt"/>
                <a:cs typeface="+mn-lt"/>
              </a:rPr>
              <a:t> on </a:t>
            </a:r>
            <a:r>
              <a:rPr lang="de-DE" err="1">
                <a:ea typeface="+mn-lt"/>
                <a:cs typeface="+mn-lt"/>
              </a:rPr>
              <a:t>requirements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tests</a:t>
            </a:r>
            <a:endParaRPr lang="de-DE" err="1"/>
          </a:p>
          <a:p>
            <a:r>
              <a:rPr lang="de-DE"/>
              <a:t>Final </a:t>
            </a:r>
            <a:r>
              <a:rPr lang="de-DE" err="1"/>
              <a:t>run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all </a:t>
            </a:r>
            <a:r>
              <a:rPr lang="de-DE" err="1"/>
              <a:t>combined</a:t>
            </a:r>
            <a:r>
              <a:rPr lang="de-DE"/>
              <a:t> </a:t>
            </a:r>
            <a:r>
              <a:rPr lang="de-DE" err="1"/>
              <a:t>tests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8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TESTING CASES AND PROCESS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"Creator" and "Player" </a:t>
            </a:r>
            <a:r>
              <a:rPr lang="de-DE" err="1"/>
              <a:t>roles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r>
              <a:rPr lang="de-DE" err="1"/>
              <a:t>Subjective</a:t>
            </a:r>
            <a:r>
              <a:rPr lang="de-DE"/>
              <a:t> </a:t>
            </a:r>
            <a:r>
              <a:rPr lang="de-DE" err="1"/>
              <a:t>cases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/>
              <a:t>Inspections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arcade</a:t>
            </a:r>
            <a:r>
              <a:rPr lang="de-DE"/>
              <a:t> </a:t>
            </a:r>
            <a:r>
              <a:rPr lang="de-DE" err="1"/>
              <a:t>elements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Navigation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arcade</a:t>
            </a:r>
            <a:endParaRPr lang="de-DE"/>
          </a:p>
          <a:p>
            <a:r>
              <a:rPr lang="de-DE" err="1"/>
              <a:t>Objective</a:t>
            </a:r>
            <a:r>
              <a:rPr lang="de-DE"/>
              <a:t> </a:t>
            </a:r>
            <a:r>
              <a:rPr lang="de-DE" err="1"/>
              <a:t>cases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Parameters and </a:t>
            </a:r>
            <a:r>
              <a:rPr lang="de-DE" err="1"/>
              <a:t>return</a:t>
            </a:r>
            <a:r>
              <a:rPr lang="de-DE"/>
              <a:t> </a:t>
            </a:r>
            <a:r>
              <a:rPr lang="de-DE" err="1"/>
              <a:t>values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Components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program</a:t>
            </a:r>
            <a:r>
              <a:rPr lang="de-DE"/>
              <a:t> </a:t>
            </a:r>
            <a:r>
              <a:rPr lang="de-DE" err="1"/>
              <a:t>where</a:t>
            </a:r>
            <a:r>
              <a:rPr lang="de-DE"/>
              <a:t> </a:t>
            </a:r>
            <a:r>
              <a:rPr lang="de-DE" err="1"/>
              <a:t>correct</a:t>
            </a:r>
            <a:r>
              <a:rPr lang="de-DE"/>
              <a:t> </a:t>
            </a:r>
            <a:r>
              <a:rPr lang="de-DE" err="1"/>
              <a:t>behaviour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measured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scripts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46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E7C164-6730-9B63-A03B-A241104E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sz="5400"/>
              <a:t>3. TEST INFRASTRUCTURE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E02980-F83F-A782-63D2-71BDF364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 sz="3600"/>
              <a:t>Software Tools and Environment</a:t>
            </a:r>
          </a:p>
          <a:p>
            <a:r>
              <a:rPr lang="de-DE" sz="3600"/>
              <a:t>User Action Scripts</a:t>
            </a:r>
          </a:p>
          <a:p>
            <a:r>
              <a:rPr lang="de-DE" sz="3600" err="1"/>
              <a:t>Executables</a:t>
            </a:r>
          </a:p>
          <a:p>
            <a:endParaRPr lang="de-DE" sz="3600"/>
          </a:p>
          <a:p>
            <a:endParaRPr lang="de-DE" sz="36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FD2CBD-6E41-9F6A-F8A6-41539485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E260-2893-4F24-9247-A8226291AB5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96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121783"/>
            <a:ext cx="10309745" cy="1233488"/>
          </a:xfrm>
        </p:spPr>
        <p:txBody>
          <a:bodyPr anchor="b">
            <a:normAutofit/>
          </a:bodyPr>
          <a:lstStyle/>
          <a:p>
            <a:r>
              <a:rPr lang="en-US"/>
              <a:t>Software tools and </a:t>
            </a:r>
            <a:r>
              <a:rPr lang="en-US" err="1"/>
              <a:t>Environemnet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614284"/>
            <a:ext cx="10478641" cy="4180822"/>
          </a:xfrm>
        </p:spPr>
        <p:txBody>
          <a:bodyPr vert="horz" lIns="0" tIns="0" rIns="0" bIns="0" rtlCol="0">
            <a:normAutofit/>
          </a:bodyPr>
          <a:lstStyle/>
          <a:p>
            <a:r>
              <a:rPr lang="de-DE"/>
              <a:t>Within Godot Editor</a:t>
            </a:r>
          </a:p>
          <a:p>
            <a:r>
              <a:rPr lang="en-US"/>
              <a:t>some of the test will use </a:t>
            </a:r>
            <a:r>
              <a:rPr lang="en-US" b="1"/>
              <a:t>window's file explorer</a:t>
            </a:r>
            <a:endParaRPr lang="de-DE" b="1"/>
          </a:p>
          <a:p>
            <a:r>
              <a:rPr lang="en-US"/>
              <a:t>We are </a:t>
            </a:r>
            <a:r>
              <a:rPr lang="en-US" b="1"/>
              <a:t>using Windows 11</a:t>
            </a:r>
            <a:endParaRPr lang="de-DE" b="1"/>
          </a:p>
          <a:p>
            <a:r>
              <a:rPr lang="de-DE" b="1"/>
              <a:t>Godot Unit Tester (GUT) Plugin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It allows you to write tests for your </a:t>
            </a:r>
            <a:r>
              <a:rPr lang="en-US" b="1" err="1"/>
              <a:t>gdscript</a:t>
            </a:r>
            <a:r>
              <a:rPr lang="en-US"/>
              <a:t> in </a:t>
            </a:r>
            <a:r>
              <a:rPr lang="en-US" err="1"/>
              <a:t>gdscript</a:t>
            </a:r>
            <a:r>
              <a:rPr lang="en-US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What's included in the class: </a:t>
            </a:r>
            <a:r>
              <a:rPr lang="en-US" b="1"/>
              <a:t>setup/teardown</a:t>
            </a:r>
            <a:r>
              <a:rPr lang="en-US"/>
              <a:t>, </a:t>
            </a:r>
            <a:r>
              <a:rPr lang="en-US" b="1"/>
              <a:t>assertion</a:t>
            </a:r>
            <a:r>
              <a:rPr lang="en-US"/>
              <a:t>, </a:t>
            </a:r>
            <a:r>
              <a:rPr lang="en-US" b="1"/>
              <a:t>utilities</a:t>
            </a:r>
            <a:r>
              <a:rPr lang="en-US"/>
              <a:t>, and </a:t>
            </a:r>
            <a:r>
              <a:rPr lang="en-US" b="1"/>
              <a:t>GUT utilities</a:t>
            </a:r>
            <a:endParaRPr lang="de-DE" b="1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8C02502-932F-42D8-92DB-D2CC8F901AF2}" type="datetime1">
              <a:rPr lang="en-US"/>
              <a:pPr>
                <a:spcAft>
                  <a:spcPts val="600"/>
                </a:spcAft>
              </a:pPr>
              <a:t>11/20/2024</a:t>
            </a:fld>
            <a:endParaRPr lang="en-US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A54C921C-7BE0-33A0-656F-C9475521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Cyber Cyber City -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EBC75791-74FC-D397-280A-A04F1538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710823-083E-1CE9-93C0-AADD629FA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838"/>
          <a:stretch/>
        </p:blipFill>
        <p:spPr>
          <a:xfrm>
            <a:off x="2487110" y="4688271"/>
            <a:ext cx="7217779" cy="1461886"/>
          </a:xfrm>
          <a:prstGeom prst="rect">
            <a:avLst/>
          </a:prstGeom>
        </p:spPr>
      </p:pic>
      <p:pic>
        <p:nvPicPr>
          <p:cNvPr id="1026" name="Picture 2" descr="Gut - Godot Unit Testing - Godot Asset Library">
            <a:extLst>
              <a:ext uri="{FF2B5EF4-FFF2-40B4-BE49-F238E27FC236}">
                <a16:creationId xmlns:a16="http://schemas.microsoft.com/office/drawing/2014/main" id="{91313AD9-7168-404C-A304-9C456BEA4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252" y="365314"/>
            <a:ext cx="1910443" cy="197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983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99D1-2086-3182-B6C8-4CF044CE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tools and </a:t>
            </a:r>
            <a:r>
              <a:rPr lang="en-US" err="1"/>
              <a:t>Environemnet</a:t>
            </a:r>
            <a:r>
              <a:rPr lang="en-US"/>
              <a:t> contd.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5BD39-CBA0-3E3D-985C-0B46242E5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611E-E22E-4812-8BE3-8556A9679E26}" type="datetime1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9689E-7E0C-C5ED-7996-FA01C29F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</a:t>
            </a:r>
            <a:r>
              <a:rPr lang="en-US" err="1"/>
              <a:t>Cyber</a:t>
            </a:r>
            <a:r>
              <a:rPr lang="en-US"/>
              <a:t> City -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DF4ED-5A29-4E68-D5BF-A4B0DFB5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13</a:t>
            </a:fld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B003D24-DA84-7551-3892-3EC5BEF45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59518"/>
            <a:ext cx="10478641" cy="4180822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/>
              <a:t>Automated testing will be performed using user action scripts to ensure consistent test coverage. </a:t>
            </a:r>
          </a:p>
          <a:p>
            <a:r>
              <a:rPr lang="en-US"/>
              <a:t>We will test using </a:t>
            </a:r>
            <a:r>
              <a:rPr lang="en-US" err="1"/>
              <a:t>gdscripts</a:t>
            </a:r>
            <a:r>
              <a:rPr lang="en-US"/>
              <a:t> (GUT) </a:t>
            </a:r>
            <a:r>
              <a:rPr lang="en-US" b="1"/>
              <a:t>stub </a:t>
            </a:r>
            <a:r>
              <a:rPr lang="en-US"/>
              <a:t>for specific parts like</a:t>
            </a:r>
            <a:r>
              <a:rPr lang="en-US" b="1"/>
              <a:t> functions</a:t>
            </a:r>
            <a:r>
              <a:rPr lang="en-US"/>
              <a:t>.</a:t>
            </a:r>
          </a:p>
          <a:p>
            <a:r>
              <a:rPr lang="en-US"/>
              <a:t>Tools and Utilities will remain under the Godot Editor and the use of GUT Plug-in.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6506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16A7-14A8-7872-6A2B-E158EF5E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854" y="721100"/>
            <a:ext cx="5051946" cy="1233488"/>
          </a:xfrm>
        </p:spPr>
        <p:txBody>
          <a:bodyPr>
            <a:normAutofit fontScale="90000"/>
          </a:bodyPr>
          <a:lstStyle/>
          <a:p>
            <a:r>
              <a:rPr lang="en-CA"/>
              <a:t>Sample Input/output</a:t>
            </a:r>
            <a:br>
              <a:rPr lang="en-CA"/>
            </a:b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D5B9F-22A3-B850-96A8-6B74C96D28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7E9AF-839A-5CCC-1137-98138071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3155-B326-45E7-AB9C-307BA9CDB2BF}" type="datetime1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5EE04-778F-ECAD-557A-03A727F1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1CEEA-46A8-1316-0FF4-F06BBE40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44EDA7-3BD7-3E85-8E4C-94608F28E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77" y="2529390"/>
            <a:ext cx="5905500" cy="2456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68B8AC-F36B-6196-CE30-4DB7CBEF3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62" y="1337844"/>
            <a:ext cx="4808637" cy="48391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E014ED-3E58-4476-6086-7D3847597F62}"/>
              </a:ext>
            </a:extLst>
          </p:cNvPr>
          <p:cNvSpPr txBox="1"/>
          <p:nvPr/>
        </p:nvSpPr>
        <p:spPr>
          <a:xfrm>
            <a:off x="838200" y="174760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Test_example.gd</a:t>
            </a:r>
          </a:p>
        </p:txBody>
      </p:sp>
    </p:spTree>
    <p:extLst>
      <p:ext uri="{BB962C8B-B14F-4D97-AF65-F5344CB8AC3E}">
        <p14:creationId xmlns:p14="http://schemas.microsoft.com/office/powerpoint/2010/main" val="701042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User Action SCRIPTS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 err="1"/>
              <a:t>Used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multi-tool </a:t>
            </a:r>
            <a:r>
              <a:rPr lang="de-DE" err="1"/>
              <a:t>actions</a:t>
            </a:r>
            <a:r>
              <a:rPr lang="de-DE"/>
              <a:t> </a:t>
            </a:r>
            <a:r>
              <a:rPr lang="de-DE" err="1"/>
              <a:t>performed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creators</a:t>
            </a:r>
            <a:r>
              <a:rPr lang="de-DE"/>
              <a:t> (game </a:t>
            </a:r>
            <a:r>
              <a:rPr lang="de-DE" err="1"/>
              <a:t>file</a:t>
            </a:r>
            <a:r>
              <a:rPr lang="de-DE"/>
              <a:t> </a:t>
            </a:r>
            <a:r>
              <a:rPr lang="de-DE" err="1"/>
              <a:t>manipulation</a:t>
            </a:r>
            <a:r>
              <a:rPr lang="de-DE"/>
              <a:t>)</a:t>
            </a:r>
          </a:p>
          <a:p>
            <a:r>
              <a:rPr lang="de-DE" err="1"/>
              <a:t>Used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player</a:t>
            </a:r>
            <a:r>
              <a:rPr lang="de-DE"/>
              <a:t> </a:t>
            </a:r>
            <a:r>
              <a:rPr lang="de-DE" err="1"/>
              <a:t>character</a:t>
            </a:r>
            <a:r>
              <a:rPr lang="de-DE"/>
              <a:t> </a:t>
            </a:r>
            <a:r>
              <a:rPr lang="de-DE" err="1"/>
              <a:t>behaviour</a:t>
            </a:r>
            <a:r>
              <a:rPr lang="de-DE"/>
              <a:t> </a:t>
            </a:r>
            <a:r>
              <a:rPr lang="de-DE" err="1"/>
              <a:t>tests</a:t>
            </a:r>
          </a:p>
          <a:p>
            <a:endParaRPr lang="de-DE"/>
          </a:p>
          <a:p>
            <a:r>
              <a:rPr lang="de-DE">
                <a:ea typeface="+mn-lt"/>
                <a:cs typeface="+mn-lt"/>
              </a:rPr>
              <a:t>Description: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>
                <a:ea typeface="+mn-lt"/>
                <a:cs typeface="+mn-lt"/>
              </a:rPr>
              <a:t>Step-by-step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guides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for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consistent</a:t>
            </a:r>
            <a:r>
              <a:rPr lang="de-DE">
                <a:ea typeface="+mn-lt"/>
                <a:cs typeface="+mn-lt"/>
              </a:rPr>
              <a:t> and </a:t>
            </a:r>
            <a:r>
              <a:rPr lang="de-DE" err="1">
                <a:ea typeface="+mn-lt"/>
                <a:cs typeface="+mn-lt"/>
              </a:rPr>
              <a:t>reproducible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manual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testing</a:t>
            </a:r>
            <a:r>
              <a:rPr lang="de-DE">
                <a:ea typeface="+mn-lt"/>
                <a:cs typeface="+mn-lt"/>
              </a:rPr>
              <a:t>.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>
                <a:ea typeface="+mn-lt"/>
                <a:cs typeface="+mn-lt"/>
              </a:rPr>
              <a:t>Detail </a:t>
            </a:r>
            <a:r>
              <a:rPr lang="de-DE" err="1">
                <a:ea typeface="+mn-lt"/>
                <a:cs typeface="+mn-lt"/>
              </a:rPr>
              <a:t>specific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tester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actions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expected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behavior</a:t>
            </a:r>
            <a:r>
              <a:rPr lang="de-DE">
                <a:ea typeface="+mn-lt"/>
                <a:cs typeface="+mn-lt"/>
              </a:rPr>
              <a:t>, and pass/fail </a:t>
            </a:r>
            <a:r>
              <a:rPr lang="de-DE" err="1">
                <a:ea typeface="+mn-lt"/>
                <a:cs typeface="+mn-lt"/>
              </a:rPr>
              <a:t>criteria</a:t>
            </a:r>
            <a:r>
              <a:rPr lang="de-DE">
                <a:ea typeface="+mn-lt"/>
                <a:cs typeface="+mn-lt"/>
              </a:rPr>
              <a:t>.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>
                <a:ea typeface="+mn-lt"/>
                <a:cs typeface="+mn-lt"/>
              </a:rPr>
              <a:t>Include </a:t>
            </a:r>
            <a:r>
              <a:rPr lang="de-DE" err="1">
                <a:ea typeface="+mn-lt"/>
                <a:cs typeface="+mn-lt"/>
              </a:rPr>
              <a:t>prerequisites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precise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instructions</a:t>
            </a:r>
            <a:r>
              <a:rPr lang="de-DE">
                <a:ea typeface="+mn-lt"/>
                <a:cs typeface="+mn-lt"/>
              </a:rPr>
              <a:t>, and </a:t>
            </a:r>
            <a:r>
              <a:rPr lang="de-DE" err="1">
                <a:ea typeface="+mn-lt"/>
                <a:cs typeface="+mn-lt"/>
              </a:rPr>
              <a:t>result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assessments</a:t>
            </a:r>
            <a:r>
              <a:rPr lang="de-DE">
                <a:ea typeface="+mn-lt"/>
                <a:cs typeface="+mn-lt"/>
              </a:rPr>
              <a:t>.</a:t>
            </a:r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 err="1">
                <a:ea typeface="+mn-lt"/>
                <a:cs typeface="+mn-lt"/>
              </a:rPr>
              <a:t>Ensure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reliability</a:t>
            </a:r>
            <a:r>
              <a:rPr lang="de-DE">
                <a:ea typeface="+mn-lt"/>
                <a:cs typeface="+mn-lt"/>
              </a:rPr>
              <a:t> and </a:t>
            </a:r>
            <a:r>
              <a:rPr lang="de-DE" err="1">
                <a:ea typeface="+mn-lt"/>
                <a:cs typeface="+mn-lt"/>
              </a:rPr>
              <a:t>clarity</a:t>
            </a:r>
            <a:r>
              <a:rPr lang="de-DE">
                <a:ea typeface="+mn-lt"/>
                <a:cs typeface="+mn-lt"/>
              </a:rPr>
              <a:t> in </a:t>
            </a:r>
            <a:r>
              <a:rPr lang="de-DE" err="1">
                <a:ea typeface="+mn-lt"/>
                <a:cs typeface="+mn-lt"/>
              </a:rPr>
              <a:t>validating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product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features</a:t>
            </a:r>
            <a:r>
              <a:rPr lang="de-DE">
                <a:ea typeface="+mn-lt"/>
                <a:cs typeface="+mn-lt"/>
              </a:rPr>
              <a:t>.</a:t>
            </a:r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53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CF0FFE-B729-5EF0-A21B-93C4093B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User Action SCRIPT </a:t>
            </a:r>
            <a:r>
              <a:rPr lang="de-DE" err="1"/>
              <a:t>Example</a:t>
            </a:r>
            <a:r>
              <a:rPr lang="de-DE"/>
              <a:t> Part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0C5FC3-98F8-A5BF-8EFA-6DAFF0E03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fontScale="85000" lnSpcReduction="20000"/>
          </a:bodyPr>
          <a:lstStyle/>
          <a:p>
            <a:r>
              <a:rPr lang="en-GB" b="1">
                <a:ea typeface="+mn-lt"/>
                <a:cs typeface="+mn-lt"/>
              </a:rPr>
              <a:t>Step 1: Verify the First-Person Point of View</a:t>
            </a:r>
            <a:endParaRPr lang="de-DE">
              <a:latin typeface="Avenir Next LT Pro Light"/>
            </a:endParaRPr>
          </a:p>
          <a:p>
            <a:pPr lvl="1"/>
            <a:r>
              <a:rPr lang="en-GB">
                <a:ea typeface="+mn-lt"/>
                <a:cs typeface="+mn-lt"/>
              </a:rPr>
              <a:t>Observe the screen. Ensure the Field of View (FOV) is set to 90 degrees.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Move the camera left, right, up, and down by dragging the mouse.</a:t>
            </a:r>
            <a:endParaRPr lang="de-DE"/>
          </a:p>
          <a:p>
            <a:pPr lvl="2"/>
            <a:r>
              <a:rPr lang="de-DE" err="1">
                <a:ea typeface="+mn-lt"/>
                <a:cs typeface="+mn-lt"/>
              </a:rPr>
              <a:t>Expected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Result</a:t>
            </a:r>
            <a:r>
              <a:rPr lang="de-DE">
                <a:ea typeface="+mn-lt"/>
                <a:cs typeface="+mn-lt"/>
              </a:rPr>
              <a:t>:</a:t>
            </a:r>
            <a:endParaRPr lang="de-DE"/>
          </a:p>
          <a:p>
            <a:pPr lvl="3"/>
            <a:r>
              <a:rPr lang="en-GB">
                <a:ea typeface="+mn-lt"/>
                <a:cs typeface="+mn-lt"/>
              </a:rPr>
              <a:t>Horizontal camera rotation is infinite.</a:t>
            </a:r>
            <a:endParaRPr lang="de-DE"/>
          </a:p>
          <a:p>
            <a:pPr lvl="3"/>
            <a:r>
              <a:rPr lang="en-GB">
                <a:ea typeface="+mn-lt"/>
                <a:cs typeface="+mn-lt"/>
              </a:rPr>
              <a:t>Vertical camera rotation locks 90 degrees up and down from the horizon.</a:t>
            </a:r>
            <a:endParaRPr lang="de-DE"/>
          </a:p>
          <a:p>
            <a:r>
              <a:rPr lang="de-DE" b="1" err="1">
                <a:ea typeface="+mn-lt"/>
                <a:cs typeface="+mn-lt"/>
              </a:rPr>
              <a:t>Step</a:t>
            </a:r>
            <a:r>
              <a:rPr lang="de-DE" b="1">
                <a:ea typeface="+mn-lt"/>
                <a:cs typeface="+mn-lt"/>
              </a:rPr>
              <a:t> 2: Test Basic Movement Controls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Press </a:t>
            </a:r>
            <a:r>
              <a:rPr lang="en-GB" b="1">
                <a:ea typeface="+mn-lt"/>
                <a:cs typeface="+mn-lt"/>
              </a:rPr>
              <a:t>W</a:t>
            </a:r>
            <a:r>
              <a:rPr lang="en-GB">
                <a:ea typeface="+mn-lt"/>
                <a:cs typeface="+mn-lt"/>
              </a:rPr>
              <a:t>: The player character moves forward at approximately 1.4 meters per second.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Press </a:t>
            </a:r>
            <a:r>
              <a:rPr lang="en-GB" b="1">
                <a:ea typeface="+mn-lt"/>
                <a:cs typeface="+mn-lt"/>
              </a:rPr>
              <a:t>S</a:t>
            </a:r>
            <a:r>
              <a:rPr lang="en-GB">
                <a:ea typeface="+mn-lt"/>
                <a:cs typeface="+mn-lt"/>
              </a:rPr>
              <a:t>: The player character moves backward at the same speed.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Press </a:t>
            </a:r>
            <a:r>
              <a:rPr lang="en-GB" b="1">
                <a:ea typeface="+mn-lt"/>
                <a:cs typeface="+mn-lt"/>
              </a:rPr>
              <a:t>A</a:t>
            </a:r>
            <a:r>
              <a:rPr lang="en-GB">
                <a:ea typeface="+mn-lt"/>
                <a:cs typeface="+mn-lt"/>
              </a:rPr>
              <a:t>: The player character strafes left at the same speed.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Press </a:t>
            </a:r>
            <a:r>
              <a:rPr lang="en-GB" b="1">
                <a:ea typeface="+mn-lt"/>
                <a:cs typeface="+mn-lt"/>
              </a:rPr>
              <a:t>D</a:t>
            </a:r>
            <a:r>
              <a:rPr lang="en-GB">
                <a:ea typeface="+mn-lt"/>
                <a:cs typeface="+mn-lt"/>
              </a:rPr>
              <a:t>: The player character strafes right at the same speed.</a:t>
            </a:r>
            <a:endParaRPr lang="de-DE"/>
          </a:p>
          <a:p>
            <a:pPr lvl="2"/>
            <a:r>
              <a:rPr lang="en-GB">
                <a:ea typeface="+mn-lt"/>
                <a:cs typeface="+mn-lt"/>
              </a:rPr>
              <a:t>Expected Result: Movement corresponds to the input key, matches the described speed, and appears smooth.</a:t>
            </a:r>
            <a:endParaRPr lang="de-DE"/>
          </a:p>
          <a:p>
            <a:endParaRPr lang="de-DE">
              <a:latin typeface="Avenir Next LT Pro Light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5BA82F-E331-EF39-8F34-FA6737A0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C3CE6-C571-478C-B5E2-39A24A898D4F}" type="datetime1">
              <a:t>11/20/2024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36D030-028F-8F23-1957-9A0C01908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0C531C-6E49-31CD-E22F-9B969416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82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079AB9-2E90-65AD-71D2-1303BAFD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User Action SCRIPT </a:t>
            </a:r>
            <a:r>
              <a:rPr lang="de-DE" err="1"/>
              <a:t>Example</a:t>
            </a:r>
            <a:r>
              <a:rPr lang="de-DE"/>
              <a:t> Part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9D0FFE-0EDB-2DFF-A96D-C33987D0E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fontScale="70000" lnSpcReduction="20000"/>
          </a:bodyPr>
          <a:lstStyle/>
          <a:p>
            <a:r>
              <a:rPr lang="de-DE" b="1" err="1">
                <a:ea typeface="+mn-lt"/>
                <a:cs typeface="+mn-lt"/>
              </a:rPr>
              <a:t>Step</a:t>
            </a:r>
            <a:r>
              <a:rPr lang="de-DE" b="1">
                <a:ea typeface="+mn-lt"/>
                <a:cs typeface="+mn-lt"/>
              </a:rPr>
              <a:t> 3: Test Interaction Range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Approach an interactable object (e.g., a glowing button) within 2 meters of the player character.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Ensure the object is aligned with the </a:t>
            </a:r>
            <a:r>
              <a:rPr lang="en-GB" err="1">
                <a:ea typeface="+mn-lt"/>
                <a:cs typeface="+mn-lt"/>
              </a:rPr>
              <a:t>center</a:t>
            </a:r>
            <a:r>
              <a:rPr lang="en-GB">
                <a:ea typeface="+mn-lt"/>
                <a:cs typeface="+mn-lt"/>
              </a:rPr>
              <a:t> of the screen.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Press </a:t>
            </a:r>
            <a:r>
              <a:rPr lang="en-GB" b="1">
                <a:ea typeface="+mn-lt"/>
                <a:cs typeface="+mn-lt"/>
              </a:rPr>
              <a:t>Left Click</a:t>
            </a:r>
            <a:r>
              <a:rPr lang="en-GB">
                <a:ea typeface="+mn-lt"/>
                <a:cs typeface="+mn-lt"/>
              </a:rPr>
              <a:t> to interact.</a:t>
            </a:r>
            <a:endParaRPr lang="de-DE"/>
          </a:p>
          <a:p>
            <a:pPr lvl="2"/>
            <a:r>
              <a:rPr lang="de-DE" err="1">
                <a:ea typeface="+mn-lt"/>
                <a:cs typeface="+mn-lt"/>
              </a:rPr>
              <a:t>Expected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Result</a:t>
            </a:r>
            <a:r>
              <a:rPr lang="de-DE">
                <a:ea typeface="+mn-lt"/>
                <a:cs typeface="+mn-lt"/>
              </a:rPr>
              <a:t>:</a:t>
            </a:r>
            <a:endParaRPr lang="de-DE"/>
          </a:p>
          <a:p>
            <a:pPr lvl="3"/>
            <a:r>
              <a:rPr lang="en-GB">
                <a:ea typeface="+mn-lt"/>
                <a:cs typeface="+mn-lt"/>
              </a:rPr>
              <a:t>The defined </a:t>
            </a:r>
            <a:r>
              <a:rPr lang="en-GB" err="1">
                <a:ea typeface="+mn-lt"/>
                <a:cs typeface="+mn-lt"/>
              </a:rPr>
              <a:t>behavior</a:t>
            </a:r>
            <a:r>
              <a:rPr lang="en-GB">
                <a:ea typeface="+mn-lt"/>
                <a:cs typeface="+mn-lt"/>
              </a:rPr>
              <a:t> of the object (e.g., the button lights up or a door opens) occurs.</a:t>
            </a:r>
            <a:endParaRPr lang="de-DE"/>
          </a:p>
          <a:p>
            <a:pPr lvl="3"/>
            <a:r>
              <a:rPr lang="en-GB">
                <a:ea typeface="+mn-lt"/>
                <a:cs typeface="+mn-lt"/>
              </a:rPr>
              <a:t>No interaction occurs if the object is outside the 2-meter range or not aligned with the screen </a:t>
            </a:r>
            <a:r>
              <a:rPr lang="en-GB" err="1">
                <a:ea typeface="+mn-lt"/>
                <a:cs typeface="+mn-lt"/>
              </a:rPr>
              <a:t>center</a:t>
            </a:r>
            <a:r>
              <a:rPr lang="en-GB">
                <a:ea typeface="+mn-lt"/>
                <a:cs typeface="+mn-lt"/>
              </a:rPr>
              <a:t>.</a:t>
            </a:r>
            <a:endParaRPr lang="de-DE"/>
          </a:p>
          <a:p>
            <a:r>
              <a:rPr lang="de-DE" b="1" err="1">
                <a:ea typeface="+mn-lt"/>
                <a:cs typeface="+mn-lt"/>
              </a:rPr>
              <a:t>Step</a:t>
            </a:r>
            <a:r>
              <a:rPr lang="de-DE" b="1">
                <a:ea typeface="+mn-lt"/>
                <a:cs typeface="+mn-lt"/>
              </a:rPr>
              <a:t> 4: Boundary </a:t>
            </a:r>
            <a:r>
              <a:rPr lang="de-DE" b="1" err="1">
                <a:ea typeface="+mn-lt"/>
                <a:cs typeface="+mn-lt"/>
              </a:rPr>
              <a:t>Testing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for</a:t>
            </a:r>
            <a:r>
              <a:rPr lang="de-DE" b="1">
                <a:ea typeface="+mn-lt"/>
                <a:cs typeface="+mn-lt"/>
              </a:rPr>
              <a:t> Interaction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Move the player character just outside the 2-meter range of the object.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Press </a:t>
            </a:r>
            <a:r>
              <a:rPr lang="en-GB" b="1">
                <a:ea typeface="+mn-lt"/>
                <a:cs typeface="+mn-lt"/>
              </a:rPr>
              <a:t>Left Click</a:t>
            </a:r>
            <a:r>
              <a:rPr lang="en-GB">
                <a:ea typeface="+mn-lt"/>
                <a:cs typeface="+mn-lt"/>
              </a:rPr>
              <a:t> to attempt interaction.</a:t>
            </a:r>
            <a:endParaRPr lang="de-DE"/>
          </a:p>
          <a:p>
            <a:pPr lvl="2"/>
            <a:r>
              <a:rPr lang="en-GB">
                <a:ea typeface="+mn-lt"/>
                <a:cs typeface="+mn-lt"/>
              </a:rPr>
              <a:t>Expected Result: No interaction occurs.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Move the object off the </a:t>
            </a:r>
            <a:r>
              <a:rPr lang="en-GB" err="1">
                <a:ea typeface="+mn-lt"/>
                <a:cs typeface="+mn-lt"/>
              </a:rPr>
              <a:t>center</a:t>
            </a:r>
            <a:r>
              <a:rPr lang="en-GB">
                <a:ea typeface="+mn-lt"/>
                <a:cs typeface="+mn-lt"/>
              </a:rPr>
              <a:t> of the screen but within 2 meters.</a:t>
            </a:r>
            <a:endParaRPr lang="de-DE"/>
          </a:p>
          <a:p>
            <a:pPr lvl="1"/>
            <a:r>
              <a:rPr lang="en-GB">
                <a:ea typeface="+mn-lt"/>
                <a:cs typeface="+mn-lt"/>
              </a:rPr>
              <a:t>Press </a:t>
            </a:r>
            <a:r>
              <a:rPr lang="en-GB" b="1">
                <a:ea typeface="+mn-lt"/>
                <a:cs typeface="+mn-lt"/>
              </a:rPr>
              <a:t>Left Click</a:t>
            </a:r>
            <a:r>
              <a:rPr lang="en-GB">
                <a:ea typeface="+mn-lt"/>
                <a:cs typeface="+mn-lt"/>
              </a:rPr>
              <a:t> to attempt interaction.</a:t>
            </a:r>
            <a:endParaRPr lang="de-DE"/>
          </a:p>
          <a:p>
            <a:pPr lvl="2"/>
            <a:r>
              <a:rPr lang="en-GB">
                <a:ea typeface="+mn-lt"/>
                <a:cs typeface="+mn-lt"/>
              </a:rPr>
              <a:t>Expected Result: No interaction occurs.</a:t>
            </a:r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E44F5F-DACB-55EB-67C9-9F1BC976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13ECC-B322-4D9C-8697-2C829B4B6047}" type="datetime1">
              <a:t>11/20/2024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BEF525-8440-9747-6E4B-0EEAC209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Cyber Cyber City -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6B5DC7-FDD8-2718-AEA5-41C29C29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24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EXECUTABLES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Test </a:t>
            </a:r>
            <a:r>
              <a:rPr lang="de-DE" err="1"/>
              <a:t>scripts</a:t>
            </a:r>
            <a:r>
              <a:rPr lang="de-DE"/>
              <a:t> </a:t>
            </a:r>
            <a:r>
              <a:rPr lang="de-DE" err="1"/>
              <a:t>written</a:t>
            </a:r>
            <a:r>
              <a:rPr lang="de-DE"/>
              <a:t> in </a:t>
            </a:r>
            <a:r>
              <a:rPr lang="de-DE" err="1"/>
              <a:t>gdscript</a:t>
            </a:r>
            <a:r>
              <a:rPr lang="de-DE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en-US"/>
              <a:t>11/20/2024</a:t>
            </a:fld>
            <a:endParaRPr lang="en-US"/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D4F1AE0-EFB3-F7B6-E4E9-4636C547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918" y="2733675"/>
            <a:ext cx="839152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32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E7C164-6730-9B63-A03B-A241104E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sz="5400"/>
              <a:t>4. TEST FILES AND RESOURCES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E02980-F83F-A782-63D2-71BDF364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3600">
                <a:ea typeface="+mn-lt"/>
                <a:cs typeface="+mn-lt"/>
              </a:rPr>
              <a:t>Version control and branch structure</a:t>
            </a:r>
            <a:endParaRPr lang="de-DE" sz="3600">
              <a:ea typeface="+mn-lt"/>
              <a:cs typeface="+mn-lt"/>
            </a:endParaRPr>
          </a:p>
          <a:p>
            <a:r>
              <a:rPr lang="en-US" sz="3600">
                <a:ea typeface="+mn-lt"/>
                <a:cs typeface="+mn-lt"/>
              </a:rPr>
              <a:t>Test Directory Structure </a:t>
            </a:r>
          </a:p>
          <a:p>
            <a:r>
              <a:rPr lang="en-US" sz="3600">
                <a:ea typeface="+mn-lt"/>
                <a:cs typeface="+mn-lt"/>
              </a:rPr>
              <a:t>Testing Dependencies</a:t>
            </a:r>
            <a:endParaRPr lang="de-DE" sz="3600">
              <a:ea typeface="+mn-lt"/>
              <a:cs typeface="+mn-lt"/>
            </a:endParaRPr>
          </a:p>
          <a:p>
            <a:endParaRPr lang="de-DE" sz="3600"/>
          </a:p>
          <a:p>
            <a:endParaRPr lang="de-DE" sz="36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FD2CBD-6E41-9F6A-F8A6-41539485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E260-2893-4F24-9247-A8226291AB52}" type="datetime1">
              <a:rPr lang="en-US"/>
              <a:t>11/20/2024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0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691480"/>
            <a:ext cx="7548503" cy="1233488"/>
          </a:xfrm>
        </p:spPr>
        <p:txBody>
          <a:bodyPr/>
          <a:lstStyle/>
          <a:p>
            <a:r>
              <a:rPr lang="de-DE"/>
              <a:t>Version </a:t>
            </a:r>
            <a:r>
              <a:rPr lang="de-DE" err="1"/>
              <a:t>control</a:t>
            </a:r>
            <a:r>
              <a:rPr lang="de-DE"/>
              <a:t> and </a:t>
            </a:r>
            <a:r>
              <a:rPr lang="de-DE" err="1"/>
              <a:t>branch</a:t>
            </a:r>
            <a:r>
              <a:rPr lang="de-DE"/>
              <a:t> </a:t>
            </a:r>
            <a:r>
              <a:rPr lang="de-DE" err="1"/>
              <a:t>Structure</a:t>
            </a:r>
            <a:endParaRPr lang="en-US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2368939"/>
            <a:ext cx="7548503" cy="395617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err="1"/>
              <a:t>Testing</a:t>
            </a:r>
            <a:r>
              <a:rPr lang="de-DE"/>
              <a:t> </a:t>
            </a:r>
            <a:r>
              <a:rPr lang="de-DE" err="1"/>
              <a:t>files</a:t>
            </a:r>
            <a:r>
              <a:rPr lang="de-DE"/>
              <a:t> </a:t>
            </a:r>
            <a:r>
              <a:rPr lang="de-DE" err="1"/>
              <a:t>directory</a:t>
            </a:r>
            <a:r>
              <a:rPr lang="de-DE"/>
              <a:t> </a:t>
            </a:r>
            <a:r>
              <a:rPr lang="de-DE" err="1"/>
              <a:t>treated</a:t>
            </a:r>
            <a:r>
              <a:rPr lang="de-DE"/>
              <a:t> like a "feature" in </a:t>
            </a:r>
            <a:r>
              <a:rPr lang="de-DE" err="1"/>
              <a:t>version</a:t>
            </a:r>
            <a:r>
              <a:rPr lang="de-DE"/>
              <a:t> </a:t>
            </a:r>
            <a:r>
              <a:rPr lang="de-DE" err="1"/>
              <a:t>control</a:t>
            </a:r>
            <a:endParaRPr lang="de-DE"/>
          </a:p>
          <a:p>
            <a:r>
              <a:rPr lang="de-DE"/>
              <a:t>All </a:t>
            </a:r>
            <a:r>
              <a:rPr lang="de-DE" err="1"/>
              <a:t>files</a:t>
            </a:r>
            <a:r>
              <a:rPr lang="de-DE"/>
              <a:t> </a:t>
            </a:r>
            <a:r>
              <a:rPr lang="de-DE" err="1"/>
              <a:t>included</a:t>
            </a:r>
            <a:r>
              <a:rPr lang="de-DE"/>
              <a:t> in </a:t>
            </a:r>
            <a:r>
              <a:rPr lang="de-DE" err="1"/>
              <a:t>project</a:t>
            </a:r>
            <a:r>
              <a:rPr lang="de-DE"/>
              <a:t> </a:t>
            </a:r>
            <a:r>
              <a:rPr lang="de-DE" err="1"/>
              <a:t>directory</a:t>
            </a:r>
            <a:r>
              <a:rPr lang="de-DE"/>
              <a:t>, but will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excluded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final </a:t>
            </a:r>
            <a:r>
              <a:rPr lang="de-DE" err="1"/>
              <a:t>program</a:t>
            </a:r>
            <a:r>
              <a:rPr lang="de-DE"/>
              <a:t> </a:t>
            </a:r>
            <a:r>
              <a:rPr lang="de-DE" err="1"/>
              <a:t>compilation</a:t>
            </a:r>
            <a:endParaRPr lang="de-DE"/>
          </a:p>
          <a:p>
            <a:r>
              <a:rPr lang="de-DE" err="1"/>
              <a:t>Done</a:t>
            </a:r>
            <a:r>
              <a:rPr lang="de-DE"/>
              <a:t> on same </a:t>
            </a:r>
            <a:r>
              <a:rPr lang="de-DE" err="1"/>
              <a:t>branch</a:t>
            </a:r>
            <a:r>
              <a:rPr lang="de-DE"/>
              <a:t> </a:t>
            </a:r>
            <a:r>
              <a:rPr lang="de-DE" err="1"/>
              <a:t>as</a:t>
            </a:r>
            <a:r>
              <a:rPr lang="de-DE"/>
              <a:t> Dev but </a:t>
            </a:r>
            <a:r>
              <a:rPr lang="de-DE" err="1"/>
              <a:t>each</a:t>
            </a:r>
            <a:r>
              <a:rPr lang="de-DE"/>
              <a:t> </a:t>
            </a:r>
            <a:r>
              <a:rPr lang="de-DE" err="1"/>
              <a:t>test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branched</a:t>
            </a:r>
            <a:r>
              <a:rPr lang="de-DE"/>
              <a:t> </a:t>
            </a:r>
            <a:r>
              <a:rPr lang="de-DE" err="1"/>
              <a:t>as</a:t>
            </a:r>
            <a:r>
              <a:rPr lang="de-DE"/>
              <a:t> a feature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1E850925-BF5D-AA89-C87A-19FD3473A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940" y="406400"/>
            <a:ext cx="4270760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1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70" y="-2050"/>
            <a:ext cx="10240903" cy="1233488"/>
          </a:xfrm>
        </p:spPr>
        <p:txBody>
          <a:bodyPr/>
          <a:lstStyle/>
          <a:p>
            <a:r>
              <a:rPr lang="de-DE" err="1"/>
              <a:t>Testing</a:t>
            </a:r>
            <a:r>
              <a:rPr lang="de-DE"/>
              <a:t> Directory </a:t>
            </a:r>
            <a:r>
              <a:rPr lang="de-DE" err="1"/>
              <a:t>Structure</a:t>
            </a:r>
            <a:endParaRPr lang="en-US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70" y="1463374"/>
            <a:ext cx="10240903" cy="395617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All </a:t>
            </a:r>
            <a:r>
              <a:rPr lang="de-DE" err="1"/>
              <a:t>within</a:t>
            </a:r>
            <a:r>
              <a:rPr lang="de-DE"/>
              <a:t> </a:t>
            </a:r>
            <a:r>
              <a:rPr lang="de-DE" err="1"/>
              <a:t>development</a:t>
            </a:r>
            <a:r>
              <a:rPr lang="de-DE"/>
              <a:t> </a:t>
            </a:r>
            <a:r>
              <a:rPr lang="de-DE" err="1"/>
              <a:t>branch</a:t>
            </a:r>
            <a:r>
              <a:rPr lang="de-DE"/>
              <a:t> game </a:t>
            </a:r>
            <a:r>
              <a:rPr lang="de-DE" err="1"/>
              <a:t>directory</a:t>
            </a:r>
          </a:p>
          <a:p>
            <a:r>
              <a:rPr lang="de-DE" err="1"/>
              <a:t>Separated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scripts</a:t>
            </a:r>
            <a:r>
              <a:rPr lang="de-DE"/>
              <a:t> and </a:t>
            </a:r>
            <a:r>
              <a:rPr lang="de-DE" err="1"/>
              <a:t>test</a:t>
            </a:r>
            <a:r>
              <a:rPr lang="de-DE"/>
              <a:t> </a:t>
            </a:r>
            <a:r>
              <a:rPr lang="de-DE" err="1"/>
              <a:t>programs</a:t>
            </a:r>
          </a:p>
          <a:p>
            <a:r>
              <a:rPr lang="de-DE"/>
              <a:t>Test </a:t>
            </a:r>
            <a:r>
              <a:rPr lang="de-DE" err="1"/>
              <a:t>games</a:t>
            </a:r>
            <a:r>
              <a:rPr lang="de-DE"/>
              <a:t> </a:t>
            </a:r>
            <a:r>
              <a:rPr lang="de-DE" err="1"/>
              <a:t>setup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test</a:t>
            </a:r>
            <a:r>
              <a:rPr lang="de-DE"/>
              <a:t> </a:t>
            </a:r>
            <a:r>
              <a:rPr lang="de-DE" err="1"/>
              <a:t>cases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both</a:t>
            </a:r>
          </a:p>
          <a:p>
            <a:r>
              <a:rPr lang="de-DE" err="1"/>
              <a:t>Each</a:t>
            </a:r>
            <a:r>
              <a:rPr lang="de-DE"/>
              <a:t> </a:t>
            </a:r>
            <a:r>
              <a:rPr lang="de-DE" err="1"/>
              <a:t>subsection</a:t>
            </a:r>
            <a:r>
              <a:rPr lang="de-DE"/>
              <a:t> </a:t>
            </a:r>
            <a:r>
              <a:rPr lang="de-DE" err="1"/>
              <a:t>split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design and </a:t>
            </a:r>
            <a:r>
              <a:rPr lang="de-DE" err="1"/>
              <a:t>requirements</a:t>
            </a:r>
            <a:r>
              <a:rPr lang="de-DE"/>
              <a:t> </a:t>
            </a:r>
            <a:r>
              <a:rPr lang="de-DE" err="1"/>
              <a:t>folders</a:t>
            </a:r>
          </a:p>
          <a:p>
            <a:r>
              <a:rPr lang="de-DE" err="1"/>
              <a:t>Arranged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easy </a:t>
            </a:r>
            <a:r>
              <a:rPr lang="de-DE" err="1"/>
              <a:t>picking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layers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test</a:t>
            </a:r>
            <a:r>
              <a:rPr lang="de-DE"/>
              <a:t> </a:t>
            </a:r>
            <a:r>
              <a:rPr lang="de-DE" err="1"/>
              <a:t>programs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GUT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en-US"/>
              <a:t>11/20/2024</a:t>
            </a:fld>
            <a:endParaRPr lang="en-US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54D515E-1718-4085-FA52-3BFBCEB18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014" y="2029170"/>
            <a:ext cx="1819275" cy="3705225"/>
          </a:xfrm>
          <a:prstGeom prst="rect">
            <a:avLst/>
          </a:prstGeom>
        </p:spPr>
      </p:pic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E088E76-16BA-CB47-CC2C-C0E2ACE94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240" y="4148896"/>
            <a:ext cx="4513608" cy="211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96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82B2B-75AB-F297-3664-12F2E62C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Test Dependencies</a:t>
            </a:r>
            <a:endParaRPr lang="en-US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CD09A-C211-D7FD-9364-AF24DC0B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Windows 10-11 operating system</a:t>
            </a:r>
          </a:p>
          <a:p>
            <a:r>
              <a:rPr lang="de-DE"/>
              <a:t>A file explorer or command shell</a:t>
            </a:r>
          </a:p>
          <a:p>
            <a:r>
              <a:rPr lang="de-DE"/>
              <a:t>Project imported into Godot editor (GUT addon bundled in dev branch project folder)</a:t>
            </a:r>
            <a:endParaRPr lang="en-US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E1D1-55E7-165C-8274-6EE8E4E9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2502-932F-42D8-92DB-D2CC8F901AF2}" type="datetime1">
              <a:rPr lang="de-DE"/>
              <a:t>20.11.2024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28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D15C-B740-CD45-7515-5D05E27B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1250" y="2191027"/>
            <a:ext cx="1235766" cy="1233488"/>
          </a:xfrm>
        </p:spPr>
        <p:txBody>
          <a:bodyPr/>
          <a:lstStyle/>
          <a:p>
            <a:r>
              <a:rPr lang="en-US" err="1"/>
              <a:t>ENd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9BF90-1444-2186-A1E2-26CA62A7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FF26-5833-4563-90A0-7836DB220D78}" type="datetime1">
              <a:rPr lang="en-US"/>
              <a:t>11/20/2024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5DA4F-4EFC-9D4C-7F39-38384E82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0365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GradientRiseVTI</vt:lpstr>
      <vt:lpstr>PowerPoint Presentation</vt:lpstr>
      <vt:lpstr>agenda</vt:lpstr>
      <vt:lpstr>Project Update</vt:lpstr>
      <vt:lpstr>STANDARDS</vt:lpstr>
      <vt:lpstr>REQUIREMENTS</vt:lpstr>
      <vt:lpstr>DESIGN</vt:lpstr>
      <vt:lpstr>2. TEST PLAN</vt:lpstr>
      <vt:lpstr>KEY TESTING CHALLENGES</vt:lpstr>
      <vt:lpstr>TESTING TIMELINE</vt:lpstr>
      <vt:lpstr>TESTING CASES AND PROCESS</vt:lpstr>
      <vt:lpstr>3. TEST INFRASTRUCTURE</vt:lpstr>
      <vt:lpstr>Software tools and Environemnet</vt:lpstr>
      <vt:lpstr>Software tools and Environemnet contd.</vt:lpstr>
      <vt:lpstr>Sample Input/output </vt:lpstr>
      <vt:lpstr>User Action SCRIPTS</vt:lpstr>
      <vt:lpstr>User Action SCRIPT Example Part 1</vt:lpstr>
      <vt:lpstr>User Action SCRIPT Example Part 2</vt:lpstr>
      <vt:lpstr>EXECUTABLES</vt:lpstr>
      <vt:lpstr>4. TEST FILES AND RESOURCES</vt:lpstr>
      <vt:lpstr>Version control and branch Structure</vt:lpstr>
      <vt:lpstr>Testing Directory Structure</vt:lpstr>
      <vt:lpstr>Test Dependencies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Mano</dc:creator>
  <cp:revision>1</cp:revision>
  <dcterms:created xsi:type="dcterms:W3CDTF">2024-10-29T04:48:38Z</dcterms:created>
  <dcterms:modified xsi:type="dcterms:W3CDTF">2024-11-20T18:32:39Z</dcterms:modified>
</cp:coreProperties>
</file>