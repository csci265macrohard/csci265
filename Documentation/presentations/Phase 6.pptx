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1" r:id="rId3"/>
    <p:sldId id="259" r:id="rId4"/>
    <p:sldId id="260" r:id="rId5"/>
    <p:sldId id="266" r:id="rId6"/>
    <p:sldId id="267" r:id="rId7"/>
    <p:sldId id="268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4DE174-7F12-4281-9F55-2C6A0629BA34}" v="779" dt="2024-12-04T18:30:11.3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69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0401-4B06-4633-8F09-0E7542E7BD91}" type="datetimeFigureOut">
              <a:rPr lang="en-CA" smtClean="0"/>
              <a:t>2024-12-06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8AD73-C201-4C76-90D2-8D2438723F35}" type="slidenum">
              <a:rPr lang="en-CA" smtClean="0"/>
              <a:t>‹Nr.›</a:t>
            </a:fld>
            <a:endParaRPr lang="en-CA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3022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0401-4B06-4633-8F09-0E7542E7BD91}" type="datetimeFigureOut">
              <a:rPr lang="en-CA" smtClean="0"/>
              <a:t>2024-12-06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8AD73-C201-4C76-90D2-8D2438723F35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5731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0401-4B06-4633-8F09-0E7542E7BD91}" type="datetimeFigureOut">
              <a:rPr lang="en-CA" smtClean="0"/>
              <a:t>2024-12-06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8AD73-C201-4C76-90D2-8D2438723F35}" type="slidenum">
              <a:rPr lang="en-CA" smtClean="0"/>
              <a:t>‹Nr.›</a:t>
            </a:fld>
            <a:endParaRPr lang="en-CA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1543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0401-4B06-4633-8F09-0E7542E7BD91}" type="datetimeFigureOut">
              <a:rPr lang="en-CA" smtClean="0"/>
              <a:t>2024-12-06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8AD73-C201-4C76-90D2-8D2438723F35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2207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0401-4B06-4633-8F09-0E7542E7BD91}" type="datetimeFigureOut">
              <a:rPr lang="en-CA" smtClean="0"/>
              <a:t>2024-12-06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8AD73-C201-4C76-90D2-8D2438723F35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9485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0401-4B06-4633-8F09-0E7542E7BD91}" type="datetimeFigureOut">
              <a:rPr lang="en-CA" smtClean="0"/>
              <a:t>2024-12-06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8AD73-C201-4C76-90D2-8D2438723F35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43888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0401-4B06-4633-8F09-0E7542E7BD91}" type="datetimeFigureOut">
              <a:rPr lang="en-CA" smtClean="0"/>
              <a:t>2024-12-06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8AD73-C201-4C76-90D2-8D2438723F35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7029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9F20401-4B06-4633-8F09-0E7542E7BD91}" type="datetimeFigureOut">
              <a:rPr lang="en-CA" smtClean="0"/>
              <a:t>2024-12-06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B88AD73-C201-4C76-90D2-8D2438723F35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9519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0401-4B06-4633-8F09-0E7542E7BD91}" type="datetimeFigureOut">
              <a:rPr lang="en-CA" smtClean="0"/>
              <a:t>2024-12-06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8AD73-C201-4C76-90D2-8D2438723F35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2524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0401-4B06-4633-8F09-0E7542E7BD91}" type="datetimeFigureOut">
              <a:rPr lang="en-CA" smtClean="0"/>
              <a:t>2024-12-06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8AD73-C201-4C76-90D2-8D2438723F35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0864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0401-4B06-4633-8F09-0E7542E7BD91}" type="datetimeFigureOut">
              <a:rPr lang="en-CA" smtClean="0"/>
              <a:t>2024-12-06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8AD73-C201-4C76-90D2-8D2438723F35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7734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9F20401-4B06-4633-8F09-0E7542E7BD91}" type="datetimeFigureOut">
              <a:rPr lang="en-CA" smtClean="0"/>
              <a:t>2024-12-06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B88AD73-C201-4C76-90D2-8D2438723F35}" type="slidenum">
              <a:rPr lang="en-CA" smtClean="0"/>
              <a:t>‹Nr.›</a:t>
            </a:fld>
            <a:endParaRPr lang="en-CA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4064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8C0AD-7ADA-9851-DC13-121702DE2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27609"/>
            <a:ext cx="10058400" cy="1450757"/>
          </a:xfrm>
        </p:spPr>
        <p:txBody>
          <a:bodyPr/>
          <a:lstStyle/>
          <a:p>
            <a:r>
              <a:rPr lang="en-CA" dirty="0"/>
              <a:t>Cyber </a:t>
            </a:r>
            <a:r>
              <a:rPr lang="en-CA" dirty="0" err="1"/>
              <a:t>Cyber</a:t>
            </a:r>
            <a:r>
              <a:rPr lang="en-CA" dirty="0"/>
              <a:t> City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319A9F-0BCB-3236-BA1C-980EFF9F5D8C}"/>
              </a:ext>
            </a:extLst>
          </p:cNvPr>
          <p:cNvSpPr txBox="1"/>
          <p:nvPr/>
        </p:nvSpPr>
        <p:spPr>
          <a:xfrm>
            <a:off x="1866967" y="2369574"/>
            <a:ext cx="710988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3200" dirty="0"/>
              <a:t>Alister Lawson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3200" dirty="0"/>
              <a:t>Bruce Fernandes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3200" dirty="0"/>
              <a:t>Jamie Mano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3200" dirty="0"/>
              <a:t>Marek Bettzig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3200" dirty="0"/>
              <a:t>Nick Biagioni</a:t>
            </a:r>
          </a:p>
        </p:txBody>
      </p:sp>
    </p:spTree>
    <p:extLst>
      <p:ext uri="{BB962C8B-B14F-4D97-AF65-F5344CB8AC3E}">
        <p14:creationId xmlns:p14="http://schemas.microsoft.com/office/powerpoint/2010/main" val="342618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9055B-A39D-60AB-CC51-174CA5AB1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061D4-6BE1-89BC-F2CD-1B616EF2F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27609"/>
            <a:ext cx="10058400" cy="1450757"/>
          </a:xfrm>
        </p:spPr>
        <p:txBody>
          <a:bodyPr/>
          <a:lstStyle/>
          <a:p>
            <a:r>
              <a:rPr lang="en-CA" dirty="0"/>
              <a:t>Final Updates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466920F-8C54-B1FE-0857-C6B1657670C5}"/>
              </a:ext>
            </a:extLst>
          </p:cNvPr>
          <p:cNvSpPr txBox="1"/>
          <p:nvPr/>
        </p:nvSpPr>
        <p:spPr>
          <a:xfrm>
            <a:off x="1168400" y="1930400"/>
            <a:ext cx="9966960" cy="40626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de-DE" sz="2000" b="1" dirty="0">
                <a:ea typeface="+mn-lt"/>
                <a:cs typeface="+mn-lt"/>
              </a:rPr>
              <a:t>Ticket Shop and Ticket/Token Economy</a:t>
            </a:r>
            <a:endParaRPr lang="de-DE" sz="2000" dirty="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de-DE" sz="2000" dirty="0">
                <a:ea typeface="+mn-lt"/>
                <a:cs typeface="+mn-lt"/>
              </a:rPr>
              <a:t>Upgrades to Buy</a:t>
            </a:r>
          </a:p>
          <a:p>
            <a:pPr marL="285750" indent="-285750">
              <a:buFont typeface="Arial"/>
              <a:buChar char="•"/>
            </a:pPr>
            <a:r>
              <a:rPr lang="de-DE" sz="2000" b="1" dirty="0">
                <a:ea typeface="+mn-lt"/>
                <a:cs typeface="+mn-lt"/>
              </a:rPr>
              <a:t>Improvements to the Hub World</a:t>
            </a:r>
            <a:endParaRPr lang="de-DE" sz="2000" dirty="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de-DE" sz="2000" dirty="0">
                <a:ea typeface="+mn-lt"/>
                <a:cs typeface="+mn-lt"/>
              </a:rPr>
              <a:t>Visuals</a:t>
            </a:r>
          </a:p>
          <a:p>
            <a:pPr marL="742950" lvl="1" indent="-285750">
              <a:buFont typeface="Arial"/>
              <a:buChar char="•"/>
            </a:pPr>
            <a:r>
              <a:rPr lang="de-DE" sz="2000" dirty="0">
                <a:ea typeface="+mn-lt"/>
                <a:cs typeface="+mn-lt"/>
              </a:rPr>
              <a:t>More arcade machines (3D model)</a:t>
            </a:r>
          </a:p>
          <a:p>
            <a:pPr marL="742950" lvl="1" indent="-285750">
              <a:buFont typeface="Arial"/>
              <a:buChar char="•"/>
            </a:pPr>
            <a:r>
              <a:rPr lang="de-DE" sz="2000" dirty="0">
                <a:ea typeface="+mn-lt"/>
                <a:cs typeface="+mn-lt"/>
              </a:rPr>
              <a:t>Exit door</a:t>
            </a:r>
          </a:p>
          <a:p>
            <a:pPr marL="742950" lvl="1" indent="-285750">
              <a:buFont typeface="Arial"/>
              <a:buChar char="•"/>
            </a:pPr>
            <a:r>
              <a:rPr lang="de-DE" sz="2000" dirty="0">
                <a:ea typeface="+mn-lt"/>
                <a:cs typeface="+mn-lt"/>
              </a:rPr>
              <a:t>Shop</a:t>
            </a:r>
          </a:p>
          <a:p>
            <a:pPr marL="285750" indent="-285750">
              <a:buFont typeface="Arial"/>
              <a:buChar char="•"/>
            </a:pPr>
            <a:r>
              <a:rPr lang="de-DE" sz="2000" b="1" dirty="0">
                <a:ea typeface="+mn-lt"/>
                <a:cs typeface="+mn-lt"/>
              </a:rPr>
              <a:t>Improvements to Arcade Games</a:t>
            </a:r>
            <a:endParaRPr lang="de-DE" sz="2000" dirty="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de-DE" sz="2000" dirty="0">
                <a:ea typeface="+mn-lt"/>
                <a:cs typeface="+mn-lt"/>
              </a:rPr>
              <a:t>Interaction with upgrades</a:t>
            </a:r>
          </a:p>
          <a:p>
            <a:pPr marL="742950" lvl="1" indent="-285750">
              <a:buFont typeface="Arial"/>
              <a:buChar char="•"/>
            </a:pPr>
            <a:r>
              <a:rPr lang="de-DE" sz="2000" dirty="0">
                <a:ea typeface="+mn-lt"/>
                <a:cs typeface="+mn-lt"/>
              </a:rPr>
              <a:t>Exit function</a:t>
            </a:r>
          </a:p>
          <a:p>
            <a:pPr marL="285750" indent="-285750">
              <a:buFont typeface="Arial"/>
              <a:buChar char="•"/>
            </a:pPr>
            <a:r>
              <a:rPr lang="de-DE" sz="2000" b="1" dirty="0">
                <a:ea typeface="+mn-lt"/>
                <a:cs typeface="+mn-lt"/>
              </a:rPr>
              <a:t>Jukebox</a:t>
            </a:r>
            <a:endParaRPr lang="de-DE" sz="2000" dirty="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de-DE" sz="2000" dirty="0">
                <a:ea typeface="+mn-lt"/>
                <a:cs typeface="+mn-lt"/>
              </a:rPr>
              <a:t>Plays music</a:t>
            </a:r>
          </a:p>
          <a:p>
            <a:endParaRPr lang="de-DE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99653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4C3F7-8333-27DB-5DFB-BBB178535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67A1D-D929-EB73-C4EB-08B665B3D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ea typeface="Calibri Light"/>
                <a:cs typeface="Calibri Light"/>
              </a:rPr>
              <a:t>Player Gameplay Loop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CB053-96C4-E363-61FF-A888FEBE5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 The game starts with the user spawning inside the arcade with limited amount of tickets.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 Movements are WASD and interaction between each element is by clicking it with the trackpad/mouse.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 There are 2 built-in games you could play, Pool and Tetris.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 Earn as many tickets by playing each game to afford upgrades within the ticket shop.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 You could return the upgrades bought in the ticket shop.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 You could also play the jukebox to set up some background music.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 Exiting within the game is by walking out the door.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94407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4C3F7-8333-27DB-5DFB-BBB178535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67A1D-D929-EB73-C4EB-08B665B3D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>
                <a:ea typeface="Calibri Light"/>
                <a:cs typeface="Calibri Light"/>
              </a:rPr>
              <a:t>Creator game workflow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CB053-96C4-E363-61FF-A888FEBE5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0" indent="0">
              <a:buNone/>
            </a:pPr>
            <a:r>
              <a:rPr lang="en-CA" dirty="0">
                <a:ea typeface="Calibri"/>
                <a:cs typeface="Calibri"/>
              </a:rPr>
              <a:t>-Icon</a:t>
            </a:r>
          </a:p>
          <a:p>
            <a:pPr marL="0" indent="0">
              <a:buNone/>
            </a:pPr>
            <a:r>
              <a:rPr lang="en-CA" dirty="0">
                <a:ea typeface="Calibri"/>
                <a:cs typeface="Calibri"/>
              </a:rPr>
              <a:t>-Skin, 128x256, pixels, .</a:t>
            </a:r>
            <a:r>
              <a:rPr lang="en-CA" dirty="0" err="1">
                <a:ea typeface="Calibri"/>
                <a:cs typeface="Calibri"/>
              </a:rPr>
              <a:t>png</a:t>
            </a:r>
            <a:endParaRPr lang="en-CA" dirty="0">
              <a:ea typeface="Calibri"/>
              <a:cs typeface="Calibri"/>
            </a:endParaRPr>
          </a:p>
          <a:p>
            <a:pPr>
              <a:buChar char="-"/>
            </a:pPr>
            <a:r>
              <a:rPr lang="en-CA" dirty="0">
                <a:ea typeface="Calibri"/>
                <a:cs typeface="Calibri"/>
              </a:rPr>
              <a:t>Argument handling </a:t>
            </a:r>
            <a:endParaRPr lang="en-CA" dirty="0"/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CA" dirty="0">
                <a:ea typeface="Calibri"/>
                <a:cs typeface="Calibri"/>
              </a:rPr>
              <a:t>any argument the game accepts as a string</a:t>
            </a:r>
            <a:endParaRPr lang="en-CA" dirty="0"/>
          </a:p>
          <a:p>
            <a:pPr>
              <a:buChar char="-"/>
            </a:pPr>
            <a:r>
              <a:rPr lang="en-CA" dirty="0">
                <a:ea typeface="Calibri"/>
                <a:cs typeface="Calibri"/>
              </a:rPr>
              <a:t>Upgrade config</a:t>
            </a:r>
          </a:p>
          <a:p>
            <a:pPr marL="383540" lvl="1" indent="-91440">
              <a:buFont typeface="Courier New" panose="020F0502020204030204" pitchFamily="34" charset="0"/>
              <a:buChar char="o"/>
            </a:pPr>
            <a:r>
              <a:rPr lang="en-CA" dirty="0">
                <a:ea typeface="Calibri"/>
                <a:cs typeface="Calibri"/>
              </a:rPr>
              <a:t>.</a:t>
            </a:r>
            <a:r>
              <a:rPr lang="en-CA" dirty="0" err="1">
                <a:ea typeface="Calibri"/>
                <a:cs typeface="Calibri"/>
              </a:rPr>
              <a:t>json</a:t>
            </a:r>
            <a:endParaRPr lang="en-CA" dirty="0">
              <a:ea typeface="Calibri"/>
              <a:cs typeface="Calibri"/>
            </a:endParaRPr>
          </a:p>
          <a:p>
            <a:pPr marL="383540" lvl="1" indent="-91440">
              <a:buFont typeface="Courier New" panose="020F0502020204030204" pitchFamily="34" charset="0"/>
              <a:buChar char="o"/>
            </a:pPr>
            <a:r>
              <a:rPr lang="en-CA" dirty="0">
                <a:ea typeface="Calibri"/>
                <a:cs typeface="Calibri"/>
              </a:rPr>
              <a:t>Godot dictionary</a:t>
            </a:r>
          </a:p>
          <a:p>
            <a:pPr marL="383540" lvl="1" indent="-91440">
              <a:buFont typeface="Courier New" panose="020F0502020204030204" pitchFamily="34" charset="0"/>
              <a:buChar char="o"/>
            </a:pPr>
            <a:endParaRPr lang="en-CA" dirty="0">
              <a:ea typeface="Calibri"/>
              <a:cs typeface="Calibri"/>
            </a:endParaRPr>
          </a:p>
          <a:p>
            <a:pPr marL="383540" lvl="1" indent="-91440">
              <a:buFont typeface="Courier New" panose="020F0502020204030204" pitchFamily="34" charset="0"/>
              <a:buChar char="o"/>
            </a:pPr>
            <a:endParaRPr lang="en-CA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11021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B706A-8257-48A5-EA19-EDAD68EAD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Walkthrough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66430-E187-9B4E-D653-07E7DC597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2883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6FA3E-78A2-5425-04C5-9947D678F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Software Demonstration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DA517-EEA3-7E9D-7272-A199918F6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Now we will go through the actual product with visual demonstration</a:t>
            </a:r>
          </a:p>
        </p:txBody>
      </p:sp>
    </p:spTree>
    <p:extLst>
      <p:ext uri="{BB962C8B-B14F-4D97-AF65-F5344CB8AC3E}">
        <p14:creationId xmlns:p14="http://schemas.microsoft.com/office/powerpoint/2010/main" val="1759692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D7611-B80F-2FC7-FD60-7B9092615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Maintenance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7BDE3-C434-AC3D-3875-2228C79CC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With the end of the project here we basically do not have much to maintain,</a:t>
            </a:r>
          </a:p>
          <a:p>
            <a:r>
              <a:rPr lang="en-CA" dirty="0"/>
              <a:t>As you saw, the project auto enlarges with increase in the number of games.</a:t>
            </a:r>
          </a:p>
          <a:p>
            <a:r>
              <a:rPr lang="en-CA" dirty="0"/>
              <a:t>There will be need for minor bugfixes when necessary but otherwise the need for maintenance is minimal.</a:t>
            </a:r>
          </a:p>
          <a:p>
            <a:r>
              <a:rPr lang="en-CA" dirty="0"/>
              <a:t>We hope to bring some amount of updates which will simply add new features even after this class but the main takeaway is that we learnt a great deal through this course in terms of team management, coding and </a:t>
            </a:r>
            <a:r>
              <a:rPr lang="en-CA" dirty="0" err="1"/>
              <a:t>godot</a:t>
            </a:r>
            <a:r>
              <a:rPr lang="en-CA" dirty="0"/>
              <a:t> in specific.</a:t>
            </a:r>
          </a:p>
          <a:p>
            <a:pPr>
              <a:buFont typeface="Arial" panose="020B0604020202020204" pitchFamily="34" charset="0"/>
              <a:buChar char="•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73628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64715-6A7C-8682-A6F9-99F0430B1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Cut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C5EC3-FC62-795B-7FAE-9C7AF6698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>
              <a:buFont typeface="Arial" panose="020F0502020204030204" pitchFamily="34" charset="0"/>
              <a:buChar char="•"/>
            </a:pPr>
            <a:r>
              <a:rPr lang="en-CA" dirty="0">
                <a:ea typeface="Calibri"/>
                <a:cs typeface="Calibri"/>
              </a:rPr>
              <a:t> Alister NPC</a:t>
            </a:r>
            <a:endParaRPr lang="de-DE" dirty="0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CA" dirty="0">
                <a:ea typeface="Calibri"/>
                <a:cs typeface="Calibri"/>
              </a:rPr>
              <a:t> Nate NPC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CA" dirty="0">
                <a:ea typeface="Calibri"/>
                <a:cs typeface="Calibri"/>
              </a:rPr>
              <a:t> Jukebox simplified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CA" dirty="0">
                <a:ea typeface="Calibri"/>
                <a:cs typeface="Calibri"/>
              </a:rPr>
              <a:t> 3D Audio System 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CA" dirty="0">
                <a:ea typeface="Calibri"/>
                <a:cs typeface="Calibri"/>
              </a:rPr>
              <a:t> Ticket shop simplified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CA" dirty="0">
                <a:ea typeface="Calibri"/>
                <a:cs typeface="Calibri"/>
              </a:rPr>
              <a:t> NPC interactions / behaviour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CA" dirty="0">
                <a:ea typeface="Calibri"/>
                <a:cs typeface="Calibri"/>
              </a:rPr>
              <a:t> Additional games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CA" dirty="0">
                <a:ea typeface="Calibri"/>
                <a:cs typeface="Calibri"/>
              </a:rPr>
              <a:t> Save and Load mechanic</a:t>
            </a:r>
          </a:p>
          <a:p>
            <a:pPr>
              <a:buFont typeface="Arial" panose="020F0502020204030204" pitchFamily="34" charset="0"/>
              <a:buChar char="•"/>
            </a:pPr>
            <a:endParaRPr lang="en-CA" dirty="0">
              <a:ea typeface="Calibri"/>
              <a:cs typeface="Calibri"/>
            </a:endParaRPr>
          </a:p>
          <a:p>
            <a:pPr>
              <a:buFont typeface="Arial" panose="020F0502020204030204" pitchFamily="34" charset="0"/>
              <a:buChar char="•"/>
            </a:pPr>
            <a:endParaRPr lang="en-CA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41568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6618C-9015-264C-8E54-639CE49AF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Looking Ahead</a:t>
            </a:r>
            <a:r>
              <a:rPr lang="en-CA"/>
              <a:t>: </a:t>
            </a:r>
            <a:r>
              <a:rPr lang="en-US" sz="3600"/>
              <a:t>Planned Features </a:t>
            </a:r>
            <a:endParaRPr lang="en-CA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EF2D0-406A-EBAE-A19A-58632650A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0" indent="0">
              <a:buNone/>
            </a:pPr>
            <a:r>
              <a:rPr lang="en-CA" dirty="0">
                <a:ea typeface="Calibri"/>
                <a:cs typeface="Calibri"/>
              </a:rPr>
              <a:t>Mostly features to improve environmental detail: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CA" dirty="0">
                <a:ea typeface="Calibri"/>
                <a:cs typeface="Calibri"/>
              </a:rPr>
              <a:t>Improved/Directional Audio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CA" dirty="0">
                <a:ea typeface="Calibri"/>
                <a:cs typeface="Calibri"/>
              </a:rPr>
              <a:t>Proper Lighting and Shadows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CA" dirty="0" err="1">
                <a:ea typeface="Calibri"/>
                <a:cs typeface="Calibri"/>
              </a:rPr>
              <a:t>VideoStreamPlayer</a:t>
            </a:r>
            <a:r>
              <a:rPr lang="en-CA" dirty="0">
                <a:ea typeface="Calibri"/>
                <a:cs typeface="Calibri"/>
              </a:rPr>
              <a:t> Previews/ more machine detail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CA" dirty="0">
                <a:ea typeface="Calibri"/>
                <a:cs typeface="Calibri"/>
              </a:rPr>
              <a:t>Full juke box w/ menu and multiple songs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CA" dirty="0">
                <a:ea typeface="Calibri"/>
                <a:cs typeface="Calibri"/>
              </a:rPr>
              <a:t>Pixelation Shader?</a:t>
            </a:r>
          </a:p>
          <a:p>
            <a:pPr>
              <a:buFont typeface="Arial" panose="020F0502020204030204" pitchFamily="34" charset="0"/>
              <a:buChar char="•"/>
            </a:pPr>
            <a:endParaRPr lang="en-CA" dirty="0">
              <a:ea typeface="Calibri"/>
              <a:cs typeface="Calibri"/>
            </a:endParaRPr>
          </a:p>
          <a:p>
            <a:pPr>
              <a:buFont typeface="Arial" panose="020F0502020204030204" pitchFamily="34" charset="0"/>
              <a:buChar char="•"/>
            </a:pPr>
            <a:endParaRPr lang="en-CA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47849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B888-5059-1B4E-2311-BB42E38EA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Lessons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FFAD2-6A03-9A25-A7F5-28DEDAA2A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7563127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6397</TotalTime>
  <Words>372</Words>
  <Application>Microsoft Office PowerPoint</Application>
  <PresentationFormat>Breitbild</PresentationFormat>
  <Paragraphs>60</Paragraphs>
  <Slides>10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1" baseType="lpstr">
      <vt:lpstr>Retrospect</vt:lpstr>
      <vt:lpstr>Cyber Cyber City</vt:lpstr>
      <vt:lpstr>Final Updates</vt:lpstr>
      <vt:lpstr>Player Gameplay Loop</vt:lpstr>
      <vt:lpstr>Creator game workflow</vt:lpstr>
      <vt:lpstr>Walkthrough Setup</vt:lpstr>
      <vt:lpstr>Software Demonstration</vt:lpstr>
      <vt:lpstr>Maintenance</vt:lpstr>
      <vt:lpstr>Cut Features</vt:lpstr>
      <vt:lpstr>Looking Ahead: Planned Features </vt:lpstr>
      <vt:lpstr>Lessons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Jamie Mano</dc:creator>
  <cp:lastModifiedBy>Jamie Mano</cp:lastModifiedBy>
  <cp:revision>2</cp:revision>
  <dcterms:created xsi:type="dcterms:W3CDTF">2024-12-02T00:21:29Z</dcterms:created>
  <dcterms:modified xsi:type="dcterms:W3CDTF">2024-12-07T00:01:48Z</dcterms:modified>
</cp:coreProperties>
</file>